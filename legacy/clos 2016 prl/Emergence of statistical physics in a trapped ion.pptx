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2" r:id="rId6"/>
    <p:sldId id="261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26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740" units="cm"/>
          <inkml:channel name="Y" type="integer" max="14520" units="cm"/>
          <inkml:channel name="F" type="integer" max="25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3-10T17:44:33.444"/>
    </inkml:context>
    <inkml:brush xml:id="br0">
      <inkml:brushProperty name="width" value="0.07" units="cm"/>
      <inkml:brushProperty name="height" value="0.07" units="cm"/>
      <inkml:brushProperty name="color" value="#808080"/>
      <inkml:brushProperty name="fitToCurve" value="1"/>
    </inkml:brush>
  </inkml:definitions>
  <inkml:traceGroup>
    <inkml:annotationXML>
      <emma:emma xmlns:emma="http://www.w3.org/2003/04/emma" version="1.0">
        <emma:interpretation id="{BCB7BEE7-6E42-4749-8528-2E6EC24714B6}" emma:medium="tactile" emma:mode="ink">
          <msink:context xmlns:msink="http://schemas.microsoft.com/ink/2010/main" type="inkDrawing" rotatedBoundingBox="9554,11474 20318,6967 21589,10001 10825,14509" semanticType="callout" shapeName="Other"/>
        </emma:interpretation>
      </emma:emma>
    </inkml:annotationXML>
    <inkml:trace contextRef="#ctx0" brushRef="#br0">-1456-614 49 0,'4'-27'27'16,"-4"27"-10"-16,-19-24-1 15,-2 18-2-15,-6 0-3 16,-13 4-2-16,-9 2-3 0,-12 2-1 15,-4 6 0-15,-11 1-1 16,-4 3 0 0,-10 3 0-16,-7 6-1 15,-10 4-1-15,-7 9 0 0,-12 6 0 32,-11 8-1-32,-13 6 1 15,-8 9-2-15,-8 7 2 16,-11 7-1-16,-4 12 1 0,-2 5 0 15,4 11 0-15,-8 10 1 16,-3 9-1-16,-3 13 0 16,3 16-1-16,11 11 0 15,7 8 1-15,5 6-1 16,7 11 1-16,11 13-2 16,14 12 3-16,13 0 0 15,8-2 0-15,9 8 2 16,6 5-2-16,9 6 1 15,8-7 0-15,10-9 0 16,11-8-2-16,10-3 1 16,16-19-2-16,9-19 1 15,10-24-2-15,11-16 0 0,7-21 1 16,5-17-2-16,1-25 2 16,1-14-2-16,-3-18 1 15,-2-10-8-15,-4-21-18 16,0 0-13-16,0 0-8 0,25-33-3 15,-12-18-1-15,16-12 30 16</inkml:trace>
    <inkml:trace contextRef="#ctx0" brushRef="#br0" timeOffset="1029.6607">-1519-604 16 0,'-21'-6'20'0,"21"6"-6"0,0 0-6 16,0 0-2-1,36-17 0-15,-7 13 0 16,9-2 0-16,15-1 0 15,14-1 0-15,15 0 1 16,23-1-1-16,22 1 0 16,14 2-1-16,19 3-2 0,14 1-1 15,20 7-1-15,6-1-1 16,11 8 0-16,-5 5 0 16,2 2 0-1,9 4 0-15,2 0 0 0,-4 5 1 16,4-1 0-16,10 2-1 15,1-4 1-15,1 5 0 16,3-5 0-16,0 0-1 16,-5-4 1-16,-2 4-2 15,-12-6 2-15,-17 0 0 16,-19-2-1-16,-15-2 1 16,-19-3-1-16,-20 1 1 15,-29-1 0-15,-14-1-2 0,-23-3-2 16,-21 3-6-16,-19-1-4 15,-19-10-7-15,-17 23-6 16,-6-8-4 0,-13-7-1-16,7 9 31 0</inkml:trace>
  </inkml:traceGroup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740" units="cm"/>
          <inkml:channel name="Y" type="integer" max="14520" units="cm"/>
          <inkml:channel name="F" type="integer" max="25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3-10T17:44:37.411"/>
    </inkml:context>
    <inkml:brush xml:id="br0">
      <inkml:brushProperty name="width" value="0.07" units="cm"/>
      <inkml:brushProperty name="height" value="0.07" units="cm"/>
      <inkml:brushProperty name="color" value="#808080"/>
      <inkml:brushProperty name="fitToCurve" value="1"/>
    </inkml:brush>
  </inkml:definitions>
  <inkml:traceGroup>
    <inkml:annotationXML>
      <emma:emma xmlns:emma="http://www.w3.org/2003/04/emma" version="1.0">
        <emma:interpretation id="{C701D6FE-3BD0-454E-A1AA-D5A0DD41AFF3}" emma:medium="tactile" emma:mode="ink">
          <msink:context xmlns:msink="http://schemas.microsoft.com/ink/2010/main" type="inkDrawing" rotatedBoundingBox="13954,10205 20249,9866 20260,10073 13966,10412" shapeName="Other"/>
        </emma:interpretation>
      </emma:emma>
    </inkml:annotationXML>
    <inkml:trace contextRef="#ctx0" brushRef="#br0">6294 96 17 0,'-27'-33'20'0,"8"18"-9"15,-8 3-6-15,-11 3-2 16,-15 1-1-16,-23 4-1 16,-23 4-1-16,-25 0 1 15,-23 2-1-15,-24-2 0 16,-31 2 1-16,-25-2 0 16,-17 2 1-16,-24 0 0 15,-16 0-1-15,-8 4 1 16,-22 3-1-16,-15 3 1 15,1 5-2-15,-2 4 1 16,-3 0-2-16,11 4 1 0,15 5 1 16,12-1-1-16,17 0-1 15,27 3 0-15,24-5 0 0,29 5-7 16,36 3-5 0,27-7-3-16,34-3-1 15,34-8 2-15,48 2 15 16</inkml:trace>
  </inkml:traceGroup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740" units="cm"/>
          <inkml:channel name="Y" type="integer" max="14520" units="cm"/>
          <inkml:channel name="F" type="integer" max="25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3-10T17:44:38.255"/>
    </inkml:context>
    <inkml:brush xml:id="br0">
      <inkml:brushProperty name="width" value="0.07" units="cm"/>
      <inkml:brushProperty name="height" value="0.07" units="cm"/>
      <inkml:brushProperty name="color" value="#808080"/>
      <inkml:brushProperty name="fitToCurve" value="1"/>
    </inkml:brush>
  </inkml:definitions>
  <inkml:traceGroup>
    <inkml:annotationXML>
      <emma:emma xmlns:emma="http://www.w3.org/2003/04/emma" version="1.0">
        <emma:interpretation id="{F8AE9E75-C3DB-40B2-8125-5E12DFEF85D4}" emma:medium="tactile" emma:mode="ink">
          <msink:context xmlns:msink="http://schemas.microsoft.com/ink/2010/main" type="inkDrawing" rotatedBoundingBox="10902,13620 21132,8863 22654,12135 12424,16893" semanticType="enclosure" shapeName="Other">
            <msink:sourceLink direction="with" ref="{48242D3A-809F-4A40-BB4F-B0AC3475D009}"/>
            <msink:destinationLink direction="with" ref="{3080DAD6-4420-4ED6-A12C-A55B7D9796F1}"/>
            <msink:destinationLink direction="with" ref="{10471F2B-89D7-4A9F-BA34-8F672420DF54}"/>
          </msink:context>
        </emma:interpretation>
      </emma:emma>
    </inkml:annotationXML>
    <inkml:trace contextRef="#ctx0" brushRef="#br0">6177 0 13 0,'-198'48'13'15,"-46"3"-4"-15,-34 16-3 16,-38 13-1-16,-38 12-1 16,-25 15 0-16,-25 19 0 15,-17 8-1-15,-15 11 2 0,9 6-1 16,12 0 0-16,11 5-1 15,31 3-1-15,32-10 0 16,42-14-1 0,36-16-1-16,51-10-7 0,41-14-6 15,45-20-4-15,50-20-2 16,36-32 0-16,40-23 13 16</inkml:trace>
    <inkml:trace contextRef="#ctx0" brushRef="#br0" timeOffset="-3040.5712">9930-1192 31 0,'-29'-38'21'15,"3"23"-4"-15,-1 5-1 16,-7 3 0-16,-6 5 0 0,-8 4-2 16,-3 11-2-16,-10 6-2 15,-2 8-3-15,-8 9-1 16,-5 6-2-16,-10 10 0 16,-9 7-2-16,-6 6-1 15,-5 6 1-15,-7 7-2 16,1 6 1-16,-6 2-1 15,3 11 2-15,-5 8-1 16,0 10 2-16,-9 9 0 16,-3 8 0-16,-12 7 1 15,-9 8-1-15,-9 16 1 16,-11 10 0-16,-8-1-1 16,4 4-1-16,7 0 1 0,12 15 0 15,6 7 0-15,13 3 1 16,7-6-2-16,12 3 0 15,10 1 0-15,5 1-1 16,6-9 0-16,4-17-1 0,11-17 0 16,10-14-1-16,11-19 1 15,15-21-1-15,14-23 1 16,11-20-2-16,8-13 2 16,7-14-2-16,6-12-1 15,2-21-3-15,0 0-6 16,0 0-10-16,0 0-9 15,23-2-10-15,-11-19-4 16,3-4-1-16,-4-13 26 16</inkml:trace>
    <inkml:trace contextRef="#ctx0" brushRef="#br0" timeOffset="-1718.3322">-301 3562 15 0,'32'-17'26'0,"20"-1"-13"16,14 1-10-16,18-2 0 15,23 0-1-15,19-2 1 0,20 2-1 16,20-4 0-16,23 4-2 16,18 2 1-1,18 0 0-15,19 5 2 16,7-1 0-16,18 5 1 0,5 4-1 16,8 2 0-16,8 4 1 15,7 4 0-15,-4 7-1 16,-3-1-1-16,5 7 2 15,-17-2 0-15,-9 0 2 0,-20-3 0 16,-22-1 0-16,-29-3 0 16,-19-1 1-16,-36-7-2 15,-27-2-2-15,-28 2-13 16,-22-2-14-16,-24-4-2 16,-17 0-3-16,-25 4-2 15,2-28 5-15</inkml:trace>
  </inkml:traceGroup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740" units="cm"/>
          <inkml:channel name="Y" type="integer" max="14520" units="cm"/>
          <inkml:channel name="F" type="integer" max="25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3-10T17:44:37.860"/>
    </inkml:context>
    <inkml:brush xml:id="br0">
      <inkml:brushProperty name="width" value="0.07" units="cm"/>
      <inkml:brushProperty name="height" value="0.07" units="cm"/>
      <inkml:brushProperty name="color" value="#808080"/>
      <inkml:brushProperty name="fitToCurve" value="1"/>
    </inkml:brush>
  </inkml:definitions>
  <inkml:traceGroup>
    <inkml:annotationXML>
      <emma:emma xmlns:emma="http://www.w3.org/2003/04/emma" version="1.0">
        <emma:interpretation id="{BF09B07E-7BD5-4425-B7DC-0B9C08EA8525}" emma:medium="tactile" emma:mode="ink">
          <msink:context xmlns:msink="http://schemas.microsoft.com/ink/2010/main" type="inkDrawing" rotatedBoundingBox="12671,11751 18695,10212 18768,10495 12743,12035" semanticType="callout" shapeName="Other"/>
        </emma:interpretation>
      </emma:emma>
    </inkml:annotationXML>
    <inkml:trace contextRef="#ctx0" brushRef="#br0">6027-1 17 0,'-204'16'13'16,"-20"1"-7"0,-24 6-3-16,-19 5-2 15,-30 9 1-15,-19 9 0 0,-23 17 0 16,-29 7 1-16,-17 14 0 16,-13 8 0-16,4 11-1 15,0 6-1-15,18 2 1 16,20 3-2-16,32-11 0 15,41-3 0-15,37-3-4 16,48-9-7-16,34-12-2 16,44-11-2-16,36-15-1 15,42-14 16-15</inkml:trace>
  </inkml:traceGroup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740" units="cm"/>
          <inkml:channel name="Y" type="integer" max="14520" units="cm"/>
          <inkml:channel name="F" type="integer" max="25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3-10T17:44:38.947"/>
    </inkml:context>
    <inkml:brush xml:id="br0">
      <inkml:brushProperty name="width" value="0.07" units="cm"/>
      <inkml:brushProperty name="height" value="0.07" units="cm"/>
      <inkml:brushProperty name="color" value="#808080"/>
      <inkml:brushProperty name="fitToCurve" value="1"/>
    </inkml:brush>
  </inkml:definitions>
  <inkml:traceGroup>
    <inkml:annotationXML>
      <emma:emma xmlns:emma="http://www.w3.org/2003/04/emma" version="1.0">
        <emma:interpretation id="{3080DAD6-4420-4ED6-A12C-A55B7D9796F1}" emma:medium="tactile" emma:mode="ink">
          <msink:context xmlns:msink="http://schemas.microsoft.com/ink/2010/main" type="inkDrawing" rotatedBoundingBox="15004,14142 17061,13199 17094,13272 15038,14215" semanticType="callout" shapeName="Other">
            <msink:sourceLink direction="with" ref="{F8AE9E75-C3DB-40B2-8125-5E12DFEF85D4}"/>
            <msink:sourceLink direction="with" ref="{48242D3A-809F-4A40-BB4F-B0AC3475D009}"/>
          </msink:context>
        </emma:interpretation>
      </emma:emma>
    </inkml:annotationXML>
    <inkml:trace contextRef="#ctx0" brushRef="#br0">2050 0 19 0,'-80'29'30'0,"-25"16"-5"16,-32 7-11-16,-21 7-2 0,-15 10 0 15,-16 5-2-15,-7 7-1 16,0 5-1-16,13 5-2 16,13-5-9-16,24-9-8 15,20-3-12-15,31-11-2 16,28-21-2-16,38-13-1 15,29-29 1-15</inkml:trace>
  </inkml:traceGroup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740" units="cm"/>
          <inkml:channel name="Y" type="integer" max="14520" units="cm"/>
          <inkml:channel name="F" type="integer" max="25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3-10T17:44:56.219"/>
    </inkml:context>
    <inkml:brush xml:id="br0">
      <inkml:brushProperty name="width" value="0.07" units="cm"/>
      <inkml:brushProperty name="height" value="0.0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1CC7CFA0-8C33-4362-8661-4B8080E1642D}" emma:medium="tactile" emma:mode="ink">
          <msink:context xmlns:msink="http://schemas.microsoft.com/ink/2010/main" type="inkDrawing" rotatedBoundingBox="11652,13092 18453,8170 19910,10183 13109,15104" semanticType="callout" shapeName="Other">
            <msink:destinationLink direction="to" ref="{B238EE31-C853-4711-9B1A-EE0B921C70E2}"/>
          </msink:context>
        </emma:interpretation>
      </emma:emma>
    </inkml:annotationXML>
    <inkml:trace contextRef="#ctx0" brushRef="#br0">-7 4396 45 0,'0'0'31'16,"-2"-36"-8"-16,4 13-4 15,7 2 1-15,3-8 0 16,11 4-3-16,9-9-1 0,12 7-4 16,9-7-3-16,10 7-2 15,4 2-2-15,7 2-3 16,4 6-2-16,2 6 0 16,-2 5 0-16,0 4 0 15,2 4 0-15,2 2 0 16,2 3-1-16,4-1 1 15,7 0 0-15,0 1 0 16,4-1-1-16,0 0 1 16,-2 0-1-16,-1-1 1 15,-1 1 0 1,0-4 0-16,0 2-1 16,1-4 1-16,-1 0 0 15,-2-4 0-15,4-2 0 16,-3-3 0-16,-1-1 0 15,-5-3-1-15,-3-1 1 16,-7-5 0-16,-5 2 0 16,1-2 0-16,-5-2 1 15,-6 0-1-15,-1-2 0 16,-4 0 1-16,-5 0-1 16,-4 2 1-16,-7-4-1 15,-7-3 0-15,-5 1 0 0,-9-2 1 16,-6-3-1-16,-11-2 0 15,-8-3 0-15,-5-3-1 16,-8 0 1-16,-8-2 1 16,-9 0-1-16,-3 0 0 15,-10 0 0-15,-1 4 0 16,-3 3 0-16,-3-1 0 16,-1 2 0-16,-2 3-1 15,-2-3 1-15,-2 5 1 0,-2-3-2 16,-4-1 1-16,-3 1 0 15,-2 1 0-15,-3-1 1 16,-3 1-1-16,-2 3 0 0,4-3 1 16,0 2-2-1,7-3 1-15,1 1-1 16,5-5 1-16,6-4-1 16,5-4 0-16,5-6 1 0,7-3-2 15,5-4 2-15,3-1 0 16,7-3 0-16,6 2 0 15,8 0-1-15,5 5 1 16,8 1 0-16,7 3-1 16,5-1 1-16,12 3 1 15,5 0-2-15,7 4 1 16,10 0 0-16,5 0 1 16,10 6-1-16,5 2 0 15,3 9 0-15,1 6 0 16,4 6 0-16,-3 5 0 15,3 8-1-15,-2 4 1 16,-3 4 0-16,-1 7 0 0,-3 3 0 16,3 3 0-16,1 0 0 15,5 2 0-15,4 2 1 16,-2 0-1-16,6 2 0 16,2 3 0-16,5-3-1 15,-1 2 0-15,1-2 1 16,-5 5-2-16,1-3 2 15,-3 0-2-15,2-1 2 16,-2-3 0-16,0 2 0 0,1 0 0 16,1-2 0-16,-2-2 0 15,2-4 1-15,3-2-1 16,-5-3 0-16,-2-1 0 16,-2-9 0-16,0-2 0 15,0-2 0-15,2-5 0 16,0-3 0-16,-4-3-1 15,4-8 2-15,-6-2-1 0,-2-4 0 16,-7-7-1-16,-6-1 2 16,-8-11-2-16,-9-3 1 15,-6-5 2-15,-13-1-2 16,-6-4 2-16,-10 1-2 16,-9-8 1-16,-7 3-1 15,-7 0 2-15,-10 1-2 16,-5 1 0-16,-11 0 0 15,-2 6 0-15,-11 3 0 16,-6 6-1-16,-8-1 1 16,0 10 0-16,-9-1 1 15,0 2-2-15,-2 5 1 16,-2-5 0-16,0 0 0 0,0 1 1 16,0 1-1-16,-2 0 1 15,4 3-1-15,-2-5 1 16,4 1 0-16,5 1-1 15,8-4 0-15,6-4-1 16,8-2 2-16,11-6-1 16,9-5-1-16,12-2 1 15,13-1 0-15,8-1-1 16,15 0 1-16,8 5 0 16,16 1-1-16,9 7 1 15,9 4 0-15,7 8-1 16,9 5 1-16,1 6 0 15,0 4 0-15,0 8 0 0,-4 9 0 16,0 2 0-16,-1 9 0 16,1-1 0-16,2 7 0 15,6 2 1-15,8 2-1 32,7-1 1-32,8 3-1 15,5 0 0-15,4-2 0 0,3 0 1 16,3-4-1-1,0 0 0-15,0-1-1 16,-2-3 1-16,-6-5 1 0,-1 0-1 16,-3-1 1-16,-3-3-1 15,-8-4 1-15,-4-1-1 16,-7-3 1-16,-4 2-1 16,-6-2 0-16,-13-3 0 15,-8 1 0-15,-9-1 0 16,-8 3 0-16,-11 0 0 15,-6-3 0-15,-21 9 0 0,21-12 0 16,-21 12 0 0,0 0 0-16,19-11 0 15,-19 11 0-15,0 0 0 16,0 0 0-16,0 0 0 0,0 0 1 16,0 0-1-16,0 0-1 15,0 0-2-15,0 0-11 16,0 0-7-16,0 0-7 15,4 19-6-15,-4-19-1 16,0 0-1-16,0 0 0 16,0 0 19-16</inkml:trace>
  </inkml:traceGroup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740" units="cm"/>
          <inkml:channel name="Y" type="integer" max="14520" units="cm"/>
          <inkml:channel name="F" type="integer" max="25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3-10T18:07:15.523"/>
    </inkml:context>
    <inkml:brush xml:id="br0">
      <inkml:brushProperty name="width" value="0.07" units="cm"/>
      <inkml:brushProperty name="height" value="0.07" units="cm"/>
      <inkml:brushProperty name="color" value="#808080"/>
      <inkml:brushProperty name="fitToCurve" value="1"/>
    </inkml:brush>
  </inkml:definitions>
  <inkml:traceGroup>
    <inkml:annotationXML>
      <emma:emma xmlns:emma="http://www.w3.org/2003/04/emma" version="1.0">
        <emma:interpretation id="{2307D5D1-C2FD-4E2D-8619-832C918D58B4}" emma:medium="tactile" emma:mode="ink">
          <msink:context xmlns:msink="http://schemas.microsoft.com/ink/2010/main" type="inkDrawing" rotatedBoundingBox="14180,13359 17466,11493 17563,11665 14278,13530" semanticType="strikethrough" shapeName="Other">
            <msink:sourceLink direction="with" ref="{48242D3A-809F-4A40-BB4F-B0AC3475D009}"/>
          </msink:context>
        </emma:interpretation>
      </emma:emma>
    </inkml:annotationXML>
    <inkml:trace contextRef="#ctx0" brushRef="#br0">0 1880 42 0,'0'0'35'16,"0"0"-6"-16,24-30-4 15,-5 18-3-15,4-14-1 16,19-5-2-16,6-15-3 16,20-13-4-16,12-12-4 15,19-13-7-15,21-9-1 0,18-10-1 16,22-6 1-16,13-2-1 16,14-4-1-16,18-1 1 15,11 1 0-15,3-5 0 16,-2 9 0-16,-10 6 0 15,-12 8 0-15,-9 7 1 16,-22 14-1-16,-25 13 0 16,-26 19-6-16,-24 13-11 15,-18 10-11-15,-20 19-11 16,-26 4-6-16,-16 17-2 16,-28-7 19-16</inkml:trace>
  </inkml:traceGroup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740" units="cm"/>
          <inkml:channel name="Y" type="integer" max="14520" units="cm"/>
          <inkml:channel name="F" type="integer" max="25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3-10T18:07:16.654"/>
    </inkml:context>
    <inkml:brush xml:id="br0">
      <inkml:brushProperty name="width" value="0.07" units="cm"/>
      <inkml:brushProperty name="height" value="0.07" units="cm"/>
      <inkml:brushProperty name="color" value="#808080"/>
      <inkml:brushProperty name="fitToCurve" value="1"/>
    </inkml:brush>
    <inkml:brush xml:id="br1">
      <inkml:brushProperty name="width" value="0.07" units="cm"/>
      <inkml:brushProperty name="height" value="0.0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B238EE31-C853-4711-9B1A-EE0B921C70E2}" emma:medium="tactile" emma:mode="ink">
          <msink:context xmlns:msink="http://schemas.microsoft.com/ink/2010/main" type="inkDrawing" rotatedBoundingBox="15445,13302 17886,11341 18186,11714 15746,13675" semanticType="callout" shapeName="Other">
            <msink:sourceLink direction="to" ref="{1CC7CFA0-8C33-4362-8661-4B8080E1642D}"/>
            <msink:sourceLink direction="from" ref="{48242D3A-809F-4A40-BB4F-B0AC3475D009}"/>
          </msink:context>
        </emma:interpretation>
      </emma:emma>
    </inkml:annotationXML>
    <inkml:trace contextRef="#ctx0" brushRef="#br0">0 1505 21 0,'15'-23'33'0,"4"-8"-3"15,15-14-13-15,23-7-1 16,14-19 3-16,28-15-1 15,15-19-1-15,23-11-2 16,6-12-2-16,12-2-2 16,3-2-4-16,4 4-4 15,-6 12-13-15,-15 9-10 0,-12 23-10 16,-16 21-10-16,-24 13-7 16,-18 25 0-16,-31 12 22 15</inkml:trace>
    <inkml:trace contextRef="#ctx0" brushRef="#br1" timeOffset="-1.31992E6">1785-487 61 0,'0'0'37'16,"0"0"-7"-16,-12-23-7 15,12 23-3-15,0 0-5 16,34-19-6-16,-13 13-9 16,4-5 0-16,6-1 1 15,3-3-1-15,6-2 0 16,0-4 0-16,0 2 0 16,-4-2 0-16,-5-2 0 15,-1 0 0-15,-7 4 0 16,-4 0 1-16,-19 19-1 15,19-25 2-15,-19 25-2 16,0 0 2-16,0 0-1 0,0 0 0 16,0 0 0-16,0 0-1 15,-21 25 1-15,15-6-1 16,-3 0 0-16,1 6-1 16,-1 7 1-16,1 3-2 15,-3 1 3-15,5 2-1 16,-2 2-1-16,-1-5 1 15,3 1 1-15,0-6-1 16,1-7 0-16,5-4 0 16,0-19 0-16,-2 21 0 15,2-21 0-15,0 0 0 16,0 0 0-16,0 0 0 16,0 0 1-16,0 0-1 0,0 0 0 15,-17-24 0-15,17 24 0 16,-29-14 0-16,8 5 0 15,-4 1-1-15,-3 0 1 16,1-1 0-16,2 7-10 16,2-4-17-16,4-5-14 15,19 11-5-15,0 0-1 16,0 0 16-16</inkml:trace>
  </inkml:traceGroup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4095" units="cm"/>
          <inkml:channel name="Y" type="integer" max="4095" units="cm"/>
          <inkml:channel name="T" type="integer" max="2.14748E9" units="dev"/>
        </inkml:traceFormat>
        <inkml:channelProperties>
          <inkml:channelProperty channel="X" name="resolution" value="159.96094" units="1/cm"/>
          <inkml:channelProperty channel="Y" name="resolution" value="284.375" units="1/cm"/>
          <inkml:channelProperty channel="T" name="resolution" value="1" units="1/dev"/>
        </inkml:channelProperties>
      </inkml:inkSource>
      <inkml:timestamp xml:id="ts0" timeString="2015-03-10T18:07:40.139"/>
    </inkml:context>
    <inkml:brush xml:id="br0">
      <inkml:brushProperty name="width" value="0.07" units="cm"/>
      <inkml:brushProperty name="height" value="0.0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399A80FE-4D94-4E62-A39F-54CF7731F15F}" emma:medium="tactile" emma:mode="ink">
          <msink:context xmlns:msink="http://schemas.microsoft.com/ink/2010/main" type="writingRegion" rotatedBoundingBox="31364,15923 31379,15923 31379,15938 31364,15938"/>
        </emma:interpretation>
      </emma:emma>
    </inkml:annotationXML>
    <inkml:traceGroup>
      <inkml:annotationXML>
        <emma:emma xmlns:emma="http://www.w3.org/2003/04/emma" version="1.0">
          <emma:interpretation id="{397D72AE-49A9-4744-AEB1-45286E96D2CA}" emma:medium="tactile" emma:mode="ink">
            <msink:context xmlns:msink="http://schemas.microsoft.com/ink/2010/main" type="paragraph" rotatedBoundingBox="31364,15923 31379,15923 31379,15938 31364,15938" alignmentLevel="1"/>
          </emma:interpretation>
        </emma:emma>
      </inkml:annotationXML>
      <inkml:traceGroup>
        <inkml:annotationXML>
          <emma:emma xmlns:emma="http://www.w3.org/2003/04/emma" version="1.0">
            <emma:interpretation id="{2F9271E3-F7AE-44AC-AA8C-EF6CF5E1ECDF}" emma:medium="tactile" emma:mode="ink">
              <msink:context xmlns:msink="http://schemas.microsoft.com/ink/2010/main" type="line" rotatedBoundingBox="31364,15923 31379,15923 31379,15938 31364,15938"/>
            </emma:interpretation>
          </emma:emma>
        </inkml:annotationXML>
        <inkml:traceGroup>
          <inkml:annotationXML>
            <emma:emma xmlns:emma="http://www.w3.org/2003/04/emma" version="1.0">
              <emma:interpretation id="{3DA44690-5AE5-48B7-B3AA-16C7F91E7EBB}" emma:medium="tactile" emma:mode="ink">
                <msink:context xmlns:msink="http://schemas.microsoft.com/ink/2010/main" type="inkWord" rotatedBoundingBox="31364,15923 31379,15923 31379,15938 31364,15938"/>
              </emma:interpretation>
              <emma:one-of disjunction-type="recognition" id="oneOf0">
                <emma:interpretation id="interp0" emma:lang="en-GB" emma:confidence="0">
                  <emma:literal>.</emma:literal>
                </emma:interpretation>
                <emma:interpretation id="interp1" emma:lang="en-GB" emma:confidence="0">
                  <emma:literal>`</emma:literal>
                </emma:interpretation>
                <emma:interpretation id="interp2" emma:lang="en-GB" emma:confidence="0">
                  <emma:literal>'</emma:literal>
                </emma:interpretation>
                <emma:interpretation id="interp3" emma:lang="en-GB" emma:confidence="0">
                  <emma:literal>l</emma:literal>
                </emma:interpretation>
                <emma:interpretation id="interp4" emma:lang="en-GB" emma:confidence="0">
                  <emma:literal>,</emma:literal>
                </emma:interpretation>
              </emma:one-of>
            </emma:emma>
          </inkml:annotationXML>
          <inkml:trace contextRef="#ctx0" brushRef="#br0">0 0 0,'0'0'0,"0"0"0</inkml:trace>
        </inkml:traceGroup>
      </inkml:traceGroup>
    </inkml:traceGroup>
  </inkml:traceGroup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740" units="cm"/>
          <inkml:channel name="Y" type="integer" max="14520" units="cm"/>
          <inkml:channel name="F" type="integer" max="25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3-10T17:45:17.900"/>
    </inkml:context>
    <inkml:brush xml:id="br0">
      <inkml:brushProperty name="width" value="0.07" units="cm"/>
      <inkml:brushProperty name="height" value="0.0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D0F6F454-2EE7-44E0-88F9-FF9F1EC487E9}" emma:medium="tactile" emma:mode="ink">
          <msink:context xmlns:msink="http://schemas.microsoft.com/ink/2010/main" type="writingRegion" rotatedBoundingBox="14923,12571 19641,9371 20057,9985 15339,13185"/>
        </emma:interpretation>
      </emma:emma>
    </inkml:annotationXML>
    <inkml:traceGroup>
      <inkml:annotationXML>
        <emma:emma xmlns:emma="http://www.w3.org/2003/04/emma" version="1.0">
          <emma:interpretation id="{6534FB5A-3C90-4CF9-A907-A8391596186E}" emma:medium="tactile" emma:mode="ink">
            <msink:context xmlns:msink="http://schemas.microsoft.com/ink/2010/main" type="paragraph" rotatedBoundingBox="14923,12571 19641,9371 20057,9985 15339,13185" alignmentLevel="1"/>
          </emma:interpretation>
        </emma:emma>
      </inkml:annotationXML>
      <inkml:traceGroup>
        <inkml:annotationXML>
          <emma:emma xmlns:emma="http://www.w3.org/2003/04/emma" version="1.0">
            <emma:interpretation id="{34D8B13B-9825-46D7-ADBF-D9D7BC661ECF}" emma:medium="tactile" emma:mode="ink">
              <msink:context xmlns:msink="http://schemas.microsoft.com/ink/2010/main" type="line" rotatedBoundingBox="14923,12571 19641,9371 20057,9985 15339,13185"/>
            </emma:interpretation>
          </emma:emma>
        </inkml:annotationXML>
        <inkml:traceGroup>
          <inkml:annotationXML>
            <emma:emma xmlns:emma="http://www.w3.org/2003/04/emma" version="1.0">
              <emma:interpretation id="{48242D3A-809F-4A40-BB4F-B0AC3475D009}" emma:medium="tactile" emma:mode="ink">
                <msink:context xmlns:msink="http://schemas.microsoft.com/ink/2010/main" type="inkWord" rotatedBoundingBox="14929,12614 19567,9285 19976,9855 15339,13185">
                  <msink:destinationLink direction="with" ref="{2307D5D1-C2FD-4E2D-8619-832C918D58B4}"/>
                  <msink:destinationLink direction="with" ref="{F8AE9E75-C3DB-40B2-8125-5E12DFEF85D4}"/>
                  <msink:destinationLink direction="from" ref="{B238EE31-C853-4711-9B1A-EE0B921C70E2}"/>
                  <msink:destinationLink direction="with" ref="{3080DAD6-4420-4ED6-A12C-A55B7D9796F1}"/>
                  <msink:destinationLink direction="with" ref="{B5DC7C1D-E075-43A1-8A04-25998A634FA2}"/>
                  <msink:destinationLink direction="with" ref="{10471F2B-89D7-4A9F-BA34-8F672420DF54}"/>
                </msink:context>
              </emma:interpretation>
              <emma:one-of disjunction-type="recognition" id="oneOf0">
                <emma:interpretation id="interp0" emma:lang="en-GB" emma:confidence="0">
                  <emma:literal>:</emma:literal>
                </emma:interpretation>
                <emma:interpretation id="interp1" emma:lang="en-GB" emma:confidence="0">
                  <emma:literal>;</emma:literal>
                </emma:interpretation>
                <emma:interpretation id="interp2" emma:lang="en-GB" emma:confidence="0">
                  <emma:literal>£</emma:literal>
                </emma:interpretation>
                <emma:interpretation id="interp3" emma:lang="en-GB" emma:confidence="0">
                  <emma:literal>p</emma:literal>
                </emma:interpretation>
                <emma:interpretation id="interp4" emma:lang="en-GB" emma:confidence="0">
                  <emma:literal>T</emma:literal>
                </emma:interpretation>
              </emma:one-of>
            </emma:emma>
          </inkml:annotationXML>
          <inkml:trace contextRef="#ctx0" brushRef="#br0">203 546 78 0,'0'0'36'15,"-3"-28"-12"-15,-3 5-7 16,4 0-4-16,-4-13-3 16,-1-3-3-16,-3-10-2 15,-1 3-1-15,-6-4-2 0,-1 4-1 16,-1 1-1-16,0 6 0 15,2 5 0-15,2 11 0 16,0 4 0-16,15 19-1 16,-21-27 1-16,21 27 0 15,0 0 0-15,0 0 0 16,-17-19 0-16,17 19 0 16,0 0 0-16,0 0 0 15,0 0 0-15,0 0 0 16,19 8 0-16,0 1 1 15,7-3-2-15,9 4 1 16,7 1 0-16,5-1 0 16,3 1 0-16,3-3 0 0,0 1 0 15,-5-1 0-15,-6-2-1 16,-8 1 2-16,-5-1-1 16,-8 2 0-16,-21-8 0 15,13 19 0-15,-13-19 1 16,-23 30-1-16,-5-9 0 15,-7 4 0-15,-12 0 1 16,1 0-1-16,-5 2 0 16,5-6-1-16,8 0-19 15,11-6-16-15,4-15-7 16,23 0-2-16,0 0-1 16,44-23 40-16</inkml:trace>
          <inkml:trace contextRef="#ctx0" brushRef="#br0" timeOffset="4490.8832">1112-905 14 0,'0'0'29'16,"-32"0"-12"-16,32 0-6 0,-31-2 2 15,31 2 3-15,-25 2 3 16,25-2 1-16,-24 15-2 16,24-15-3-16,-16 29-3 15,9-10-3-15,5 6-4 16,4 0-3-16,7 1-5 15,3-3-1-15,7-11 0 16,4 1 0-16,3-9 1 16,3-8 1-16,1-9 2 15,-1-8-1-15,-2-6 2 16,-3-7 2-16,-5 1-1 16,-7-5 1-16,-6 7 1 15,-8-1 0-15,-6 9-1 0,8 23 0 16,-38-19-2-16,13 23-2 15,-5 7 1-15,-1 8 0 16,1 4 0 0,3-2 0-16,6 6 0 0,2 2 0 15,8-3 0-15,7 1-1 16,6-6-1-16,-2-21-2 16,30 25-2-16,-5-19 1 15,4-10-2-15,7-10 2 16,-2-7-1-16,2-7 2 15,-5-5 3-15,-5-5 5 16,-7 4 0-16,-9 3 2 16,-10 6 0-16,-10 6-1 0,10 19 0 15,-45-11 0-15,16 26-1 16,-5 6-3-16,0 8-1 16,3 3 0-16,1-1 0 15,12 3 1-15,5-5-1 16,9-6 0-16,4-23 1 15,14 21-1-15,5-23 0 16,7-8 0-16,-1-7-1 16,0-6-8-16,-4-9-11 15,-2 1-11-15,-4 4-6 16,-17-1-8-16,2 28-2 16,-17-19 35-16</inkml:trace>
          <inkml:trace contextRef="#ctx0" brushRef="#br0" timeOffset="-21190.7772">4364-3065 116 0,'0'0'38'0,"-23"-10"-8"16,23 10-9-16,0 0-7 16,26 8-7-16,-3 0-7 15,10 3 0-15,5 1 1 16,4-1-2-16,3 1 2 16,-1-1-1-16,-4-3-1 15,-7 1 2-15,-9-1-1 16,-24-8 0-16,21 11 1 15,-21-11-1-15,-23 19 0 16,-7-9 1-16,-6 7-1 16,-8-2 0-16,-4-1 0 0,-1 1 0 15,3-2 0-15,6-3 0 16,8-4 0-16,7-4 0 16,25-2 0-16,-23-6 0 15,23 6-1-15,0 0 1 16,0 0-1-16,6-21 1 15,-6 21 0-15,0 0 0 16,0 0-1-16,0 0 1 0,0 0 0 16,13-23 0-16,-13 23 0 15,-4-23 0-15,2 4 0 16,-3-4 0-16,-1-4-1 16,2-1-34-16,4 7-9 15,-23-6-5-15,23 27-1 16</inkml:trace>
        </inkml:traceGroup>
      </inkml:traceGroup>
    </inkml:traceGroup>
  </inkml:traceGroup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740" units="cm"/>
          <inkml:channel name="Y" type="integer" max="14520" units="cm"/>
          <inkml:channel name="F" type="integer" max="25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3-10T18:08:41.637"/>
    </inkml:context>
    <inkml:brush xml:id="br0">
      <inkml:brushProperty name="width" value="0.07" units="cm"/>
      <inkml:brushProperty name="height" value="0.07" units="cm"/>
      <inkml:brushProperty name="color" value="#808080"/>
      <inkml:brushProperty name="fitToCurve" value="1"/>
    </inkml:brush>
  </inkml:definitions>
  <inkml:traceGroup>
    <inkml:annotationXML>
      <emma:emma xmlns:emma="http://www.w3.org/2003/04/emma" version="1.0">
        <emma:interpretation id="{194F663F-36EC-4F67-B7DF-14AA78A2893C}" emma:medium="tactile" emma:mode="ink">
          <msink:context xmlns:msink="http://schemas.microsoft.com/ink/2010/main" type="inkDrawing" rotatedBoundingBox="17575,12723 19432,12930 19401,13200 17545,12994" semanticType="callout" shapeName="Other"/>
        </emma:interpretation>
      </emma:emma>
    </inkml:annotationXML>
    <inkml:trace contextRef="#ctx0" brushRef="#br0">0 188 29 0,'0'0'18'0,"0"0"-1"16,0 0 1-16,0 0 0 16,0 0-1-16,19-21-1 15,-19 21 0-15,27-13-1 16,-27 13-4-16,40-19-1 16,-17 9-2-16,9 1-2 15,1-3-2-15,12-1-1 16,1-4-1-16,7 3 1 15,3-3-2-15,10 2 1 16,7 0-2-16,7 7 0 0,9 2 0 16,1 8 1-16,7 8-2 15,0 7 1 1,0 10 0-16,0 5 0 16,-9 1-1-16,-4 3 1 0,-8 0 0 15,-6-5 0-15,-9-1 0 16,-2-9 1-16,-7-9-1 15,-3-3 0-15,-7-1 0 16,-7-10-5-16,1 6-12 16,-10-4-10-16,-26 0-8 15,29 0-1-15,-29 0-1 16,0 0-1-16,0 0 20 16</inkml:trace>
  </inkml:traceGroup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740" units="cm"/>
          <inkml:channel name="Y" type="integer" max="14520" units="cm"/>
          <inkml:channel name="F" type="integer" max="25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3-10T18:07:17.060"/>
    </inkml:context>
    <inkml:brush xml:id="br0">
      <inkml:brushProperty name="width" value="0.07" units="cm"/>
      <inkml:brushProperty name="height" value="0.07" units="cm"/>
      <inkml:brushProperty name="color" value="#808080"/>
      <inkml:brushProperty name="fitToCurve" value="1"/>
    </inkml:brush>
  </inkml:definitions>
  <inkml:traceGroup>
    <inkml:annotationXML>
      <emma:emma xmlns:emma="http://www.w3.org/2003/04/emma" version="1.0">
        <emma:interpretation id="{B5DC7C1D-E075-43A1-8A04-25998A634FA2}" emma:medium="tactile" emma:mode="ink">
          <msink:context xmlns:msink="http://schemas.microsoft.com/ink/2010/main" type="inkDrawing" rotatedBoundingBox="16222,13970 17268,13217 17292,13250 16246,14003" semanticType="callout" shapeName="Other">
            <msink:sourceLink direction="with" ref="{48242D3A-809F-4A40-BB4F-B0AC3475D009}"/>
          </msink:context>
        </emma:interpretation>
      </emma:emma>
    </inkml:annotationXML>
    <inkml:trace contextRef="#ctx0" brushRef="#br0">1106 1358 42 0,'23'-23'28'16,"13"-7"-9"-16,8-9-3 0,15-8-3 15,10-7-3-15,15-11-4 16,13-9-9-16,6-5-12 16,9 3-9-16,-3 0-3 15,5 11-3-15,-13-2 0 16,-2 15 26-16</inkml:trace>
  </inkml:traceGroup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740" units="cm"/>
          <inkml:channel name="Y" type="integer" max="14520" units="cm"/>
          <inkml:channel name="F" type="integer" max="25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3-10T18:08:42.751"/>
    </inkml:context>
    <inkml:brush xml:id="br0">
      <inkml:brushProperty name="width" value="0.07" units="cm"/>
      <inkml:brushProperty name="height" value="0.07" units="cm"/>
      <inkml:brushProperty name="color" value="#808080"/>
      <inkml:brushProperty name="fitToCurve" value="1"/>
    </inkml:brush>
  </inkml:definitions>
  <inkml:traceGroup>
    <inkml:annotationXML>
      <emma:emma xmlns:emma="http://www.w3.org/2003/04/emma" version="1.0">
        <emma:interpretation id="{E90529D5-6ECB-4D3F-93C9-515CA8FDAF27}" emma:medium="tactile" emma:mode="ink">
          <msink:context xmlns:msink="http://schemas.microsoft.com/ink/2010/main" type="inkDrawing" rotatedBoundingBox="19535,12794 19961,12987 19846,13242 19420,13049" semanticType="callout" shapeName="Other"/>
        </emma:interpretation>
      </emma:emma>
    </inkml:annotationXML>
    <inkml:trace contextRef="#ctx0" brushRef="#br0">78 0 23 0,'-19'9'13'0,"19"-9"3"16,-19 12 3-16,19-12 6 0,-21 13-1 15,21-13-1-15,0 0-2 16,0 0-2-16,-21 12-4 16,21-12-3-16,0 0-5 15,0 0-5-15,19 11-2 16,-19-11 1-16,27 15-1 15,-8-5 0-15,2 7 0 16,4-2 0-16,5 1 0 0,-1 1 0 16,7-2 0-16,2-3 0 15,-4-3 0-15,-1-3 0 16,-1-2 0-16,-3-2 0 16,-3-4 0-16,-5-2 1 15,-21 4-1-15,25-4 0 16,-25 4 0-16,0 0 0 15,0 0 0-15,0 0 0 16,-6 27 0-16,6-27 0 16,-30 28-1-16,7-14 1 15,-2 1 0-15,-5-2 0 0,3 1-1 16,-3-3 1-16,3-3 0 16,0-2 1-16,1-1-1 0,5-1 0 31,2-4 0-31,19 0 0 15,-31-4 0-15,31 4 0 16,-19-9 0-16,19 9-1 0,0 0 1 16,-19-12 0-16,19 12 0 15,0 0 0-15,0 0 0 16,-11-21 0-16,11 21 0 16,0 0-1-16,-2-26 1 15,2 26 0-15,-2-23 0 16,2 23 0-16,-6-35 0 15,-1 14 0-15,3-5 0 16,0 3 0-16,2 0 0 16,-2 4-1-16,4 19-18 15,0 0-13-15,0 0-9 16,0 42-3-16,-9-8-2 16,14 21 12-16</inkml:trace>
  </inkml:traceGroup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740" units="cm"/>
          <inkml:channel name="Y" type="integer" max="14520" units="cm"/>
          <inkml:channel name="F" type="integer" max="25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3-10T17:44:39.134"/>
    </inkml:context>
    <inkml:brush xml:id="br0">
      <inkml:brushProperty name="width" value="0.07" units="cm"/>
      <inkml:brushProperty name="height" value="0.07" units="cm"/>
      <inkml:brushProperty name="color" value="#808080"/>
      <inkml:brushProperty name="fitToCurve" value="1"/>
    </inkml:brush>
  </inkml:definitions>
  <inkml:traceGroup>
    <inkml:annotationXML>
      <emma:emma xmlns:emma="http://www.w3.org/2003/04/emma" version="1.0">
        <emma:interpretation id="{10471F2B-89D7-4A9F-BA34-8F672420DF54}" emma:medium="tactile" emma:mode="ink">
          <msink:context xmlns:msink="http://schemas.microsoft.com/ink/2010/main" type="inkDrawing" rotatedBoundingBox="16067,14373 16749,13984 16771,14022 16089,14411" semanticType="callout" shapeName="Other">
            <msink:sourceLink direction="with" ref="{48242D3A-809F-4A40-BB4F-B0AC3475D009}"/>
            <msink:sourceLink direction="with" ref="{F8AE9E75-C3DB-40B2-8125-5E12DFEF85D4}"/>
          </msink:context>
        </emma:interpretation>
      </emma:emma>
    </inkml:annotationXML>
    <inkml:trace contextRef="#ctx0" brushRef="#br0">1613 1345 126 0,'-4'40'38'0,"-45"-12"-3"16,-20 16-24-16,-13 8-22 16,-17 7-14-16,-2 0-9 15,4-5-12-15,-2-20-3 16,21-9 5-16</inkml:trace>
  </inkml:traceGroup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4095" units="cm"/>
          <inkml:channel name="Y" type="integer" max="4095" units="cm"/>
          <inkml:channel name="T" type="integer" max="2.14748E9" units="dev"/>
        </inkml:traceFormat>
        <inkml:channelProperties>
          <inkml:channelProperty channel="X" name="resolution" value="159.96094" units="1/cm"/>
          <inkml:channelProperty channel="Y" name="resolution" value="284.375" units="1/cm"/>
          <inkml:channelProperty channel="T" name="resolution" value="1" units="1/dev"/>
        </inkml:channelProperties>
      </inkml:inkSource>
      <inkml:timestamp xml:id="ts0" timeString="2015-03-10T18:07:40.139"/>
    </inkml:context>
    <inkml:brush xml:id="br0">
      <inkml:brushProperty name="width" value="0.07" units="cm"/>
      <inkml:brushProperty name="height" value="0.07" units="cm"/>
      <inkml:brushProperty name="color" value="#ED1C24"/>
      <inkml:brushProperty name="fitToCurve" value="1"/>
    </inkml:brush>
  </inkml:definitions>
  <inkml:trace contextRef="#ctx0" brushRef="#br0">0 0 0,'0'0'0,"0"0"0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4095" units="cm"/>
          <inkml:channel name="Y" type="integer" max="4095" units="cm"/>
          <inkml:channel name="T" type="integer" max="2.14748E9" units="dev"/>
        </inkml:traceFormat>
        <inkml:channelProperties>
          <inkml:channelProperty channel="X" name="resolution" value="159.96094" units="1/cm"/>
          <inkml:channelProperty channel="Y" name="resolution" value="284.375" units="1/cm"/>
          <inkml:channelProperty channel="T" name="resolution" value="1" units="1/dev"/>
        </inkml:channelProperties>
      </inkml:inkSource>
      <inkml:timestamp xml:id="ts0" timeString="2015-03-10T18:07:40.139"/>
    </inkml:context>
    <inkml:brush xml:id="br0">
      <inkml:brushProperty name="width" value="0.07" units="cm"/>
      <inkml:brushProperty name="height" value="0.0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6C014243-3754-446A-8AC6-5442F77EA45E}" emma:medium="tactile" emma:mode="ink">
          <msink:context xmlns:msink="http://schemas.microsoft.com/ink/2010/main" type="inkDrawing" rotatedBoundingBox="31364,17729 31379,17729 31379,17744 31364,17744" shapeName="Other"/>
        </emma:interpretation>
      </emma:emma>
    </inkml:annotationXML>
    <inkml:trace contextRef="#ctx0" brushRef="#br0">0 0 0,'0'0'0,"0"0"0</inkml:trace>
  </inkml:traceGroup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740" units="cm"/>
          <inkml:channel name="Y" type="integer" max="14520" units="cm"/>
          <inkml:channel name="F" type="integer" max="25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3-10T19:22:37.332"/>
    </inkml:context>
    <inkml:brush xml:id="br0">
      <inkml:brushProperty name="width" value="0.07" units="cm"/>
      <inkml:brushProperty name="height" value="0.07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91B68478-BE45-4CEC-8E81-E6B82E15B463}" emma:medium="tactile" emma:mode="ink">
          <msink:context xmlns:msink="http://schemas.microsoft.com/ink/2010/main" type="writingRegion" rotatedBoundingBox="4693,12617 10426,12646 10412,15549 4679,15520"/>
        </emma:interpretation>
      </emma:emma>
    </inkml:annotationXML>
    <inkml:traceGroup>
      <inkml:annotationXML>
        <emma:emma xmlns:emma="http://www.w3.org/2003/04/emma" version="1.0">
          <emma:interpretation id="{E3B8652A-0B81-469E-958F-B4E6F23B4FCB}" emma:medium="tactile" emma:mode="ink">
            <msink:context xmlns:msink="http://schemas.microsoft.com/ink/2010/main" type="paragraph" rotatedBoundingBox="4694,12617 10426,12646 10420,13790 4688,13762" alignmentLevel="1"/>
          </emma:interpretation>
        </emma:emma>
      </inkml:annotationXML>
      <inkml:traceGroup>
        <inkml:annotationXML>
          <emma:emma xmlns:emma="http://www.w3.org/2003/04/emma" version="1.0">
            <emma:interpretation id="{730FDB6A-9085-4CDE-8FC3-62733FF83456}" emma:medium="tactile" emma:mode="ink">
              <msink:context xmlns:msink="http://schemas.microsoft.com/ink/2010/main" type="line" rotatedBoundingBox="4694,12617 10426,12646 10420,13790 4688,13762"/>
            </emma:interpretation>
          </emma:emma>
        </inkml:annotationXML>
        <inkml:traceGroup>
          <inkml:annotationXML>
            <emma:emma xmlns:emma="http://www.w3.org/2003/04/emma" version="1.0">
              <emma:interpretation id="{292DE65C-BCD4-47F6-8F92-916619AF9557}" emma:medium="tactile" emma:mode="ink">
                <msink:context xmlns:msink="http://schemas.microsoft.com/ink/2010/main" type="inkWord" rotatedBoundingBox="4694,12617 7186,12630 7181,13774 4688,13762"/>
              </emma:interpretation>
              <emma:one-of disjunction-type="recognition" id="oneOf0">
                <emma:interpretation id="interp0" emma:lang="en-GB" emma:confidence="0">
                  <emma:literal>Ex</emma:literal>
                </emma:interpretation>
                <emma:interpretation id="interp1" emma:lang="en-GB" emma:confidence="0">
                  <emma:literal>EVERY</emma:literal>
                </emma:interpretation>
                <emma:interpretation id="interp2" emma:lang="en-GB" emma:confidence="0">
                  <emma:literal>KEY</emma:literal>
                </emma:interpretation>
                <emma:interpretation id="interp3" emma:lang="en-GB" emma:confidence="0">
                  <emma:literal>IVEY</emma:literal>
                </emma:interpretation>
                <emma:interpretation id="interp4" emma:lang="en-GB" emma:confidence="0">
                  <emma:literal>1EFi,Y</emma:literal>
                </emma:interpretation>
              </emma:one-of>
            </emma:emma>
          </inkml:annotationXML>
          <inkml:trace contextRef="#ctx0" brushRef="#br0">447 5 45 0,'0'0'16'0,"0"0"-1"16,-13 6-2-16,13-6 0 15,-12 16 0-15,12-16-1 0,-13 31 0 16,4-11-2-16,3 11 0 16,-1 0 0-16,4 3-2 15,2 2 0-15,4 2-3 16,2 2-2-16,6-4 1 16,3-3 0-16,5-5-1 15,8-5 1-15,2-1-2 16,4-10 2-16,2-4-2 15,4-6-1-15,1-8 0 16,3-6-1-16,-2-5 0 16,0-8 0-16,-4-4-1 15,-2-7 0-15,-3 0 1 16,-5-2-1-16,-5 1 0 0,-6 3 1 16,-1-1-1-16,-8 9-3 15,-1-2-14-15,1 8-8 16,-1 2-8-16,0 0-8 15,-6 18-4-15,16-23 4 16,-16 23 42-16</inkml:trace>
          <inkml:trace contextRef="#ctx0" brushRef="#br0" timeOffset="3327.8726">484-149 45 0,'0'0'34'0,"13"-11"-12"16,5 0-9-16,5 3-2 15,4-1-2-15,2-1-8 16,2 2-18 0,7 5-12-16,-7-2-9 0,6 7-1 15,-11-6 28-15</inkml:trace>
          <inkml:trace contextRef="#ctx0" brushRef="#br0" timeOffset="1905.8738">537 658 49 0,'0'0'37'16,"-2"-14"-8"-16,2 14-5 16,21-13-3-16,-1 7-4 15,4-3-4 1,8 2-2-16,2-1-2 0,3 1-5 15,-2 1-11-15,-4 0-14 16,-2 2-15-16,-5 4-8 16,-11-3-2-16,-13 3-1 15,0 0 35-15</inkml:trace>
          <inkml:trace contextRef="#ctx0" brushRef="#br0" timeOffset="2374.6703">641-172 53 0,'19'-21'33'15,"-4"11"-15"-15,5 1-4 0,2 4-3 16,2 2-15-16,-1-2-21 15,8 8-9-15,-10-6-4 16,7 9 11-16,-14-7 27 16</inkml:trace>
          <inkml:trace contextRef="#ctx0" brushRef="#br0" timeOffset="1243.1526">675-165 24 0,'-15'6'10'16,"15"-6"0"-16,-4 22 0 16,2-4-2-16,1 5 0 15,-1 5 1-15,-1 3 0 0,3 7 2 16,-3 7-1-16,2 4 0 15,1 5-1-15,1 0 0 16,2 0-2-16,2 0-2 16,-1 0 0-16,1-2-3 15,-1-10-1-15,-4-4 0 16,-1-7-1-16,-2-3-3 16,-2-5-5-16,-1-7-7 15,6-16-9-15,-6 19-6 16,6-19-5-16,0 0-3 15,0 0 34-15</inkml:trace>
          <inkml:trace contextRef="#ctx0" brushRef="#br0" timeOffset="4443.7446">1049 450 38 0,'0'0'39'0,"14"-14"-3"15,0 11-19-15,2-2-4 0,8 4-1 16,1-2-3-16,3 0-3 16,1 0-5-16,-1 0-6 15,0 2-13-15,-6 1-11 16,-4-3-10-16,-4 9-1 16,-14-6 1-16,0 0 39 15</inkml:trace>
          <inkml:trace contextRef="#ctx0" brushRef="#br0" timeOffset="4140.4802">1071 490 18 0,'0'0'35'0,"5"20"-6"0,-7 2-13 16,1 2-5-16,-1 5 1 15,1-2-4-15,1 0-3 16,-2 0-3-16,4-7-5 15,-1-1-10-15,1-4-5 16,-2-15-8-16,1 16-5 16,-1-16-3-16,0 0 24 15</inkml:trace>
          <inkml:trace contextRef="#ctx0" brushRef="#br0" timeOffset="4756.263">1091 600 28 0,'13'-10'33'16,"-13"10"-7"-16,25-9-14 16,-9 4-3-16,3 1 0 15,2 1-5-15,-1 3-10 16,2 0-5-16,0 3-11 15,-4-4-8-15,4 6-4 16,-22-5 17-16,23 9 17 16</inkml:trace>
          <inkml:trace contextRef="#ctx0" brushRef="#br0" timeOffset="5084.4036">1110 733 31 0,'13'0'30'16,"-13"0"-11"-16,26-1-11 16,-8 1 0-16,2 1-2 15,0 2-2-15,0 0-6 0,-1-2-7 16,0-1-14-16,2 6-6 16,-21-6-3-1,26 2 22-15,-26-2 10 16</inkml:trace>
          <inkml:trace contextRef="#ctx0" brushRef="#br0" timeOffset="5396.9219">1580 705 110 0,'-8'18'46'0,"1"-1"-12"16,1 11-21-16,-1 3-7 15,-2-3-17-15,6 3-17 16,0-2-12-16,0-10-4 16,6-2-3-16,-3-17 9 0</inkml:trace>
          <inkml:trace contextRef="#ctx0" brushRef="#br0" timeOffset="5915.6781">1857-125 60 0,'0'0'45'16,"0"0"-4"-16,0 0-22 16,31 25-5-16,-5-8-2 0,7 8-2 15,6 3-5-15,5 6-5 16,6 2 0-16,2 2 0 16,1 2 0-16,-2-3 0 15,1-2-1-15,-5-6 1 16,-8 0 0-16,-2-7 0 15,-9-4-1-15,-5-5-7 16,-5 0-16-16,-18-13-14 16,10 15-7-16,-10-15-1 15,0 0 4-15,-13 13 42 16</inkml:trace>
          <inkml:trace contextRef="#ctx0" brushRef="#br0" timeOffset="6290.7042">2464 360 74 0,'-18'16'46'0,"-5"4"-3"15,-8 7-22-15,1 11-7 16,-8 1-1-16,0 5-12 15,-5 4-1-15,-1-4-13 16,5 3-12-16,-1 0-12 16,2-12-8-16,7 2-1 15,2-14 1-15,11-5 45 16</inkml:trace>
          <inkml:trace contextRef="#ctx0" brushRef="#br0" timeOffset="-1550.153">14-7 20 0,'0'0'16'0,"0"0"-4"16,0 0 3-16,0 0-1 16,0 0 1-16,-13-2-2 15,13 2 0-15,0 0-1 16,0 0-1-16,0 0-1 15,-2 16-2-15,2-16-1 16,0 22 0-16,2-5-2 16,-2 7 0-16,1 3-2 0,1 7-1 15,-1 1-1-15,1 3 0 16,1 2 0-16,-1 1 0 16,0-3 0-16,1 0 1 15,0-7-1-15,0-2 0 16,0-4 0-16,-2-4 1 15,2-1-2-15,-3-7 1 16,3 2 0-16,-3-15-1 16,2 22 1-16,-2-22 0 15,1 19-1-15,-1-19 1 16,1 16 0-16,-1-16 0 16,0 0 0-1,0 18 1-15,0-18-1 0,0 0 1 16,0 0 0-1,0 0-1-15,0 0 1 16,0 0-2-16,0 0 0 16,0 0 0-16,0 0-2 0,0 0-6 15,0 0-7-15,0 0-9 16,5 13-6-16,-5-13-6 16,0 0-1-16,0 0 0 15,0 0 9-15</inkml:trace>
        </inkml:traceGroup>
        <inkml:traceGroup>
          <inkml:annotationXML>
            <emma:emma xmlns:emma="http://www.w3.org/2003/04/emma" version="1.0">
              <emma:interpretation id="{B0AF16D4-9BAF-424C-ABCE-D6CF06F63E65}" emma:medium="tactile" emma:mode="ink">
                <msink:context xmlns:msink="http://schemas.microsoft.com/ink/2010/main" type="inkWord" rotatedBoundingBox="10066,13012 10424,13014 10422,13331 10064,13329">
                  <msink:destinationLink direction="with" ref="{7A963E65-99D9-454C-8DAC-F79796728AA1}"/>
                  <msink:destinationLink direction="with" ref="{52FD0AEC-36ED-4239-A85F-3D95C394A01B}"/>
                  <msink:destinationLink direction="with" ref="{4B6FEFA2-C319-4D87-B71E-D305CCF6C9D6}"/>
                  <msink:destinationLink direction="with" ref="{EACF331F-9FF1-4DB4-862A-623C05E15627}"/>
                  <msink:destinationLink direction="with" ref="{62C32FD6-9724-4308-B2A2-407C47DC0218}"/>
                </msink:context>
              </emma:interpretation>
              <emma:one-of disjunction-type="recognition" id="oneOf1">
                <emma:interpretation id="interp5" emma:lang="en-GB" emma:confidence="0">
                  <emma:literal>J</emma:literal>
                </emma:interpretation>
                <emma:interpretation id="interp6" emma:lang="en-GB" emma:confidence="0">
                  <emma:literal>*</emma:literal>
                </emma:interpretation>
                <emma:interpretation id="interp7" emma:lang="en-GB" emma:confidence="0">
                  <emma:literal>p</emma:literal>
                </emma:interpretation>
                <emma:interpretation id="interp8" emma:lang="en-GB" emma:confidence="0">
                  <emma:literal>D</emma:literal>
                </emma:interpretation>
                <emma:interpretation id="interp9" emma:lang="en-GB" emma:confidence="0">
                  <emma:literal>P</emma:literal>
                </emma:interpretation>
              </emma:one-of>
            </emma:emma>
          </inkml:annotationXML>
          <inkml:trace contextRef="#ctx0" brushRef="#br0" timeOffset="8296.4094">5422 166 51 0,'0'0'34'16,"0"0"2"-16,0 0-16 15,25 6-6-15,1-4-3 16,6 6 1-16,4-2-2 16,2 3-3-16,2 0-4 15,-5 1-2-15,-4 3-1 16,-6 2 1-16,-11 3-1 15,-8 2 0-15,-7 2 2 16,-10-2-2-16,-6 2 1 16,-7 0 0-16,-4-1 0 15,-4-4 0-15,-2-2 0 0,1 0 1 16,-1-3-2-16,6-2 1 16,1-3-1-16,5 2 1 15,5-6-1-15,4 3 0 16,13-6 0-16,0 0 0 15,0 0 0-15,-11-21-2 16,17 7 0-16,0-8 1 16,1-2-1-16,-1-5 0 15,-1 0 1-15,-4 1 0 16,-1 3 0-16,-4 3 1 0,-4 3 1 16,0 6 0-16,8 13-1 15,-21-17 0-15,21 17 0 16,-16-8 0-16,16 8 1 15,0 0-2-15,0 0 1 16,0 0 0-16,0 0-1 16,28 1 1-16,-8 1 0 15,4 2 0-15,1 2 0 16,-2 1 0-16,-2 2 0 16,-7 4 1-16,-6 2-1 15,-11 2 0-15,-6 1 1 16,-9 0-1-16,-4-1 0 0,-1-2 0 15,-4-1 0-15,5-5 0 16,3-3-1 0,6-4-1-16,13-2-25 0,0 0-8 15,0 0-3-15,25-8-9 16,-3-6-2-16</inkml:trace>
        </inkml:traceGroup>
      </inkml:traceGroup>
    </inkml:traceGroup>
    <inkml:traceGroup>
      <inkml:annotationXML>
        <emma:emma xmlns:emma="http://www.w3.org/2003/04/emma" version="1.0">
          <emma:interpretation id="{9BC6FA88-12D5-40D3-9A82-8165909EC76D}" emma:medium="tactile" emma:mode="ink">
            <msink:context xmlns:msink="http://schemas.microsoft.com/ink/2010/main" type="paragraph" rotatedBoundingBox="4737,14077 7585,14426 7427,15711 4580,15361" alignmentLevel="1"/>
          </emma:interpretation>
        </emma:emma>
      </inkml:annotationXML>
      <inkml:traceGroup>
        <inkml:annotationXML>
          <emma:emma xmlns:emma="http://www.w3.org/2003/04/emma" version="1.0">
            <emma:interpretation id="{3DA63764-7A0F-4499-BDB1-42BB65D63569}" emma:medium="tactile" emma:mode="ink">
              <msink:context xmlns:msink="http://schemas.microsoft.com/ink/2010/main" type="line" rotatedBoundingBox="4737,14077 7585,14426 7427,15711 4580,15361"/>
            </emma:interpretation>
          </emma:emma>
        </inkml:annotationXML>
        <inkml:traceGroup>
          <inkml:annotationXML>
            <emma:emma xmlns:emma="http://www.w3.org/2003/04/emma" version="1.0">
              <emma:interpretation id="{2D7A0D9E-E554-4660-8EFF-9CF0845EF398}" emma:medium="tactile" emma:mode="ink">
                <msink:context xmlns:msink="http://schemas.microsoft.com/ink/2010/main" type="inkWord" rotatedBoundingBox="4737,14077 7585,14426 7427,15711 4580,15361"/>
              </emma:interpretation>
              <emma:one-of disjunction-type="recognition" id="oneOf2">
                <emma:interpretation id="interp10" emma:lang="en-GB" emma:confidence="0">
                  <emma:literal>Intrans</emma:literal>
                </emma:interpretation>
                <emma:interpretation id="interp11" emma:lang="en-GB" emma:confidence="0">
                  <emma:literal>intrans</emma:literal>
                </emma:interpretation>
                <emma:interpretation id="interp12" emma:lang="en-GB" emma:confidence="0">
                  <emma:literal>titian</emma:literal>
                </emma:interpretation>
                <emma:interpretation id="interp13" emma:lang="en-GB" emma:confidence="0">
                  <emma:literal>trans</emma:literal>
                </emma:interpretation>
                <emma:interpretation id="interp14" emma:lang="en-GB" emma:confidence="0">
                  <emma:literal>titian.</emma:literal>
                </emma:interpretation>
              </emma:one-of>
            </emma:emma>
          </inkml:annotationXML>
          <inkml:trace contextRef="#ctx0" brushRef="#br0" timeOffset="33777.3269">1 1657 85 0,'0'0'39'0,"0"0"-11"16,0 0-5-16,0 0-1 15,-11 13-7-15,11 5-7 16,0 7-9-16,0 10 1 15,2 6-1-15,-1 10 0 16,2 6 0-16,0 6 0 0,0 6 0 16,0 0 0-16,2-2 1 15,-4-4 0 1,2-4 0-16,0-6 0 16,-3-8 0-16,1-5 0 0,-2-11 0 15,-1-4 0-15,1-8 0 16,-2-2 0-16,3-15-1 15,-7 18 1-15,7-18 0 16,0 0-15-16,0 0-19 16,0-18-7-16,4-1-5 15,8 1-3-15,-3-17 23 16</inkml:trace>
          <inkml:trace contextRef="#ctx0" brushRef="#br0" timeOffset="35535.4804">772 2395 93 0,'0'0'48'16,"25"-19"-4"-16,1 15-19 15,5-2-25-15,7-3 0 16,5 0 0-16,1 1-1 16,-2 0 1-16,-3 1-7 15,-4 4-16-15,-10 0-15 0,-9-3-7 16,-16 6-1-16,10-16-2 16,-10 16 47-16</inkml:trace>
          <inkml:trace contextRef="#ctx0" brushRef="#br0" timeOffset="34613.5528">566 1730 52 0,'0'0'36'0,"0"0"-6"16,0 0-4-16,-17 12-2 15,18 3-4-15,-5 2-5 16,7 11-6-16,1 1-6 0,5 8-4 16,4 3 1-16,5 1-1 15,5 0 1-15,6-5 0 16,7-5-1-16,3-8 1 15,7-8 0-15,4-10-1 16,3-11 1-16,1-9-1 16,0-11 1-16,2-7 0 15,-6-6 0-15,-4-8 1 16,-8 0-1-16,-9 0 1 16,-7 5-1-16,-10 2 1 15,-5 12-15-15,-8 2-13 16,-3 9-14-16,4 17-5 15,-11-15-1-15,11 15 10 0</inkml:trace>
          <inkml:trace contextRef="#ctx0" brushRef="#br0" timeOffset="35519.8551">964 1511 79 0,'2'22'39'0,"1"8"-12"15,-3 7-5-15,1 10-2 16,-2 4-5-16,-1 9-7 15,1 5-8-15,-2-1-1 0,0 5 1 16,0-3-1 0,-3 0 0-16,0-3 1 15,2-5-1-15,-1-6 1 16,-1-4 0-16,1-9 0 0,0-6 0 16,1-8-1-16,2-8-9 15,2-17-9-15,0 0-9 16,0 0-9-16,0 0-5 15,-6-13-4-15,5-5 24 16</inkml:trace>
          <inkml:trace contextRef="#ctx0" brushRef="#br0" timeOffset="35835.6752">803 1426 126 0,'0'0'45'16,"-2"-16"-9"-16,20 10-26 16,8 0-10-16,7 0 0 0,3 0 0 15,4-3-14-15,3 2-19 16,-1 4-11-16,-8-3-4 16,0 9 0-16,-17-4 19 15</inkml:trace>
          <inkml:trace contextRef="#ctx0" brushRef="#br0" timeOffset="36685.6015">1408 2130 86 0,'26'-14'45'0,"-4"12"-10"16,0-2-17-16,8 4-5 15,-1 3-18-15,-1-5-23 16,-2 5-12-16,1 3-6 16,-11-3-1-16,0 4 17 15</inkml:trace>
          <inkml:trace contextRef="#ctx0" brushRef="#br0" timeOffset="36466.837">1422 2205 95 0,'0'0'46'16,"-8"20"-6"-16,2 1-24 16,6 10-9-16,-2 4-3 15,2 4-4-15,0 2 0 16,0-1-1-16,2-3-1 16,-2-11-12-16,6-3-15 15,-1-7-10-15,-5-16-5 16,0 0-2-16,17-11 14 15</inkml:trace>
          <inkml:trace contextRef="#ctx0" brushRef="#br0" timeOffset="36935.6199">1556 2321 59 0,'13'-12'36'0,"8"3"-20"0,2 2-18 15,2 0-11 1,5 4-12-16,-10-5-7 16,7 11-6-16,-14-4 38 15</inkml:trace>
          <inkml:trace contextRef="#ctx0" brushRef="#br0" timeOffset="37192.4863">1544 2498 119 0,'0'0'46'0,"0"0"-10"16,0 0-32-16,21 9-4 0,-3-12 0 15,2-5-9-15,7 5-16 16,0-2-13-16,-2-4-8 16,2 4-1-16,-10-5 8 0,4 7 39 15</inkml:trace>
          <inkml:trace contextRef="#ctx0" brushRef="#br0" timeOffset="37710.4567">1895 2403 32 0,'0'0'37'0,"21"-6"-7"15,-21 6-18-15,19 23-5 16,-13-2 2-16,-5 4-4 15,-2 4-2-15,-8 0 1 16,-3 5 5-16,-7-8 0 0,0 2-1 16,-6-9 1-16,5-1-1 15,-4-12-1 1,6-2 1-16,2-8-2 16,16 4-6-16,-13-18 0 0,13 18 1 15,7-22-1-15,-7 22 2 16,25-18-1-16,-8 17-1 15,-1 2 0-15,3 5 1 16,1 3-1-16,-1 3 0 16,4 1 0-16,-3 2-1 15,4-1 1-15,-2-3 0 16,1-6-1-16,-2-3-17 16,2-7-17-16,-1 0-9 0,-4-12-2 15,1 1-2-15,-7-13 34 16</inkml:trace>
          <inkml:trace contextRef="#ctx0" brushRef="#br0" timeOffset="38335.4834">2292 1651 121 0,'0'0'46'0,"0"0"-11"16,6 15-27-16,-6-15-8 15,29 26 0-15,-7-7 0 16,6 3 0-16,4 3 0 15,7 3-1-15,3 0 1 16,4 1-1-16,4-2 1 16,-3-1-1-16,1-3 1 15,-5-1-1-15,-4-3 1 16,-6-1-1-16,-10 1 1 16,-10-1-1-16,-10 4 1 15,-9 1 0-15,-10 5 0 16,-9 4 0-16,-10 5 0 15,-5-1 0-15,-4 2-1 0,-3 2 1 16,0-2 1-16,2-4-2 16,5-2 1-16,3-6-20 15,10-4-20 1,10-1-7-16,4-11-1 0,13-10 1 16,0 0 47-16</inkml:trace>
        </inkml:traceGroup>
      </inkml:traceGroup>
    </inkml:traceGroup>
  </inkml:traceGroup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740" units="cm"/>
          <inkml:channel name="Y" type="integer" max="14520" units="cm"/>
          <inkml:channel name="F" type="integer" max="25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3-10T19:22:53.131"/>
    </inkml:context>
    <inkml:brush xml:id="br0">
      <inkml:brushProperty name="width" value="0.07" units="cm"/>
      <inkml:brushProperty name="height" value="0.07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7A963E65-99D9-454C-8DAC-F79796728AA1}" emma:medium="tactile" emma:mode="ink">
          <msink:context xmlns:msink="http://schemas.microsoft.com/ink/2010/main" type="inkDrawing" rotatedBoundingBox="11663,12675 16057,10996 16589,12388 12195,14067" semanticType="callout" shapeName="Other">
            <msink:sourceLink direction="with" ref="{B0AF16D4-9BAF-424C-ABCE-D6CF06F63E65}"/>
            <msink:sourceLink direction="with" ref="{6821B04A-0F3E-4BE0-A26C-855539F2B845}"/>
          </msink:context>
        </emma:interpretation>
      </emma:emma>
    </inkml:annotationXML>
    <inkml:trace contextRef="#ctx0" brushRef="#br0">-59 1421 14 0,'0'0'27'16,"3"-13"-9"-16,-3 13-3 16,26-7 1-1,-5 7 0-15,-1-3 2 16,8 7 0-16,0-3-2 15,9 7-1-15,0-4-1 0,14 6-3 16,2-4-3-16,10 3-1 16,6 0-3-16,7 1 0 15,5 2-3-15,6 1 1 16,4-1-1-16,4 1 1 16,4-4-1-16,1 2 0 15,0-2-1-15,-1-3 0 16,-3-2 0-16,-5 1 0 15,-6 1 0-15,-6 0-1 16,-8-1 1-16,-9 1 0 16,-7 2 0-16,-8-1 0 15,-5 0 0-15,-7-1 0 0,-7-3 1 16,-8 0-1-16,-6 0 0 16,-14-3 0-16,17 4 0 15,-17-4 0-15,0 0 0 16,0 0 0-16,0 0 1 15,0 0-1-15,0 0 0 16,13-3-1-16,-13 3-15 16,0 0-14-16,0 0-11 15,0 0-5-15,0 0-1 16,0 0-1-16</inkml:trace>
    <inkml:trace contextRef="#ctx0" brushRef="#br0" timeOffset="1084.2413">2066 1591 43 0,'13'-10'20'16,"-13"10"0"-16,19-12 0 16,-5 6-2-16,0-3-3 15,8 1-2-15,0-6-3 16,6 3 0-16,2-7 0 15,3-1-1-15,-2-2-2 16,6 0 1-16,0-4-1 16,-2 0-1-16,0-3 0 15,-2 0-4-15,-3 0-2 16,-5-1 0-16,-4 0 1 16,-8-1-1-16,-5 1 0 15,-6 3 0-15,-2-1 0 0,-2 2 0 16,-3 1 0-16,1 2 0 15,1-3-1-15,6 0 1 16,3-2 0-16,5-2 1 16,5 1-2-16,7-1 2 15,3 0-1-15,5-1 1 16,3 1-2-16,4 1 1 16,0 2 0-16,5 0-1 15,-2-1 0-15,3 1 1 16,1 1 0-16,4 0 0 15,1 2 0-15,4-2 0 16,3 3 1-16,2 0-1 16,3 1 0-16,-1 1 0 0,4-2-1 15,0 3 1-15,-4-2 0 16,1 5 0 0,-2 0 0-16,2 1-1 15,1-1 2-15,-1 3-2 0,1 0 2 16,-3-5-1-16,0 4 0 15,-1-5 0-15,-5-2 0 16,-2-2 0-16,-10 1-1 16,-3-3 3-16,-9 1-2 15,0 1 1-15,-7 0-1 16,-2 1 1-16,-6 0-1 16,-5 3 0-16,-1 3-4 15,-5 1-11-15,-4 15-9 0,7-15-10 16,-7 15-2-16,0 0-9 15,0 0-1 1,-3 22 25-16</inkml:trace>
    <inkml:trace contextRef="#ctx0" brushRef="#br0" timeOffset="-828.1725">2004 49 3 0,'0'0'24'0,"-2"-16"-4"15,2 16-9-15,17-16-2 16,2 5 3-16,11 1 1 16,6-2 1-16,16 1 1 15,12-3 1-15,22 4 0 16,10 0-3-16,18 6 1 16,7 1-5-16,19 6-1 15,7 2-1-15,6 6-2 16,-2 2-1-16,0 3-2 15,-1-1 1-15,-3-1-1 0,-9-2 0 16,-12-3-2-16,-13-3 0 16,-11-5 1-16,-16-1-1 15,-15-4 1 1,-20-1-1-16,-13 1 0 0,-11 1-9 16,-14 0-19-16,-13 3-9 15,0 0-7-15,-32 4-1 16,-6 5-2-16,-27-2 34 15</inkml:trace>
    <inkml:trace contextRef="#ctx0" brushRef="#br0" timeOffset="2490.4857">1144 1200 22 0,'45'-43'8'15,"-4"1"0"-15,-1-2 0 16,-3 7-2-16,0-2-1 16,-2 1 1-16,-1 1-3 0,2 1 1 15,1-3-2-15,4 0 3 16,0-1-1-16,8-4 2 15,-2 1 0-15,1 0 0 16,1-1 1-16,-5 0 0 16,-2 2-1-16,-4 4-1 15,-2 0-1-15,-8 7-1 16,-6-3-2-16,-3 5 0 16,-3 1 0-16,-1 3 0 15,-2 0 0-15,0-1-1 16,0 2 0-16,-1-1 0 15,0 6 0-15,0 0 0 16,-2 5-10-16,0 1-5 0,-1-1-6 16,-9 14-5-16,18-14 0 15,-18 14-3-15,13-12 21 16</inkml:trace>
  </inkml:traceGroup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740" units="cm"/>
          <inkml:channel name="Y" type="integer" max="14520" units="cm"/>
          <inkml:channel name="F" type="integer" max="25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3-10T19:22:49.940"/>
    </inkml:context>
    <inkml:brush xml:id="br0">
      <inkml:brushProperty name="width" value="0.07" units="cm"/>
      <inkml:brushProperty name="height" value="0.07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52FD0AEC-36ED-4239-A85F-3D95C394A01B}" emma:medium="tactile" emma:mode="ink">
          <msink:context xmlns:msink="http://schemas.microsoft.com/ink/2010/main" type="inkDrawing" rotatedBoundingBox="11887,13105 13859,11692 14063,11977 12091,13390" semanticType="callout" shapeName="Other">
            <msink:sourceLink direction="with" ref="{B0AF16D4-9BAF-424C-ABCE-D6CF06F63E65}"/>
            <msink:sourceLink direction="with" ref="{6821B04A-0F3E-4BE0-A26C-855539F2B845}"/>
          </msink:context>
        </emma:interpretation>
      </emma:emma>
    </inkml:annotationXML>
    <inkml:trace contextRef="#ctx0" brushRef="#br0">0 1288 25 0,'0'0'11'0,"0"0"-1"16,15-12-1-16,-2 6-1 16,0 5-2-16,5 1-2 15,0 0-1-15,5 1-2 0,-1-2 0 16,3 1 1-16,1-3 1 16,2 0 0-16,6-4 1 15,0-2 0 1,4-2 1-16,2 0 1 0,2-1-2 15,-1 0 1-15,4 4-2 16,-6-1 0-16,2 0 0 16,-3 3-2-16,1-3 0 0,0 3 0 15,-3-5 0-15,0 2 0 16,-3-4 2-16,3-2 1 16,-5-2 1-16,4-1 0 15,-4-3 1-15,0 4-1 16,3-4 1-16,-2 1-1 31,3-4-2-31,1 0 1 16,2-1-3-16,-1-5 1 15,-1 0-3-15,0-4 2 0,-3 0-1 0,-2 1 3 32,-3-3 0-32,0 4 1 15,-4-3-1-15,0 1 1 16,-3-1 0-16,4 0 0 0,0-2-1 15,4 2-1-15,-1-1-1 16,6 2-1-16,0-1 0 16,3 3 0-16,2-1 0 15,1 7 1-15,-1 1-2 16,0-3 1-16,-3 3 0 16,0 1 1-16,-3 0 0 15,-3 2-1-15,-4 0 1 16,-4 2 0-16,-3 1 1 15,-4 3-1-15,-6 2 0 16,-9 14-1-16,6-22 0 16,-6 22 0-16,-9-13 0 15,9 13-1-15,-13-10 0 0,13 10 0 16,0 0-1-16,-15-7-1 16,15 7-10-16,0 0-8 15,0 0-11-15,13 7-4 0,-13-7-8 16,16 7-1-1,-16-7 29-15</inkml:trace>
    <inkml:trace contextRef="#ctx0" brushRef="#br0" timeOffset="1528.5116">1974 6 33 0,'0'0'16'16,"-15"-7"-1"-16,15 7-1 15,0 0-2-15,-16 9-1 16,16-9-2-16,-19 13-2 15,6-1-1-15,-5-2-2 16,-1 3 3-16,-6 2 0 16,0 1 1-16,-6 4 1 0,4 4 0 15,-6-2 0 1,4 6 0-16,-2-4 0 16,6 6-3-16,-1-5-2 15,4 2-3-15,1-6 0 0,0-2-1 16,1 0 1-16,1 0-1 15,-3 3-1-15,0 4 1 16,0 4 0-16,-2 0 0 16,1 6 0-16,-2 0 1 15,1 2-2-15,2-3 1 16,3-1 1-16,-1-5-1 16,2-4 1-16,0-1-1 0,-2-5 1 15,-1-2 0 1,-4 1 0-16,-3 0-1 15,-5-1 1-15,-3 4-1 16,-5-1 0-16,1 4-1 0,-1-2 1 16,2 2-1-16,-2 1 1 15,4 2-1-15,2-1 1 16,-1-1-1-16,4-2 1 16,-3 1 0-16,0 1 0 15,-4-2 0-15,-2 2 0 16,-3 0 0-16,-4 1-1 15,-1 1 2-15,-2 0-2 16,1 0 2-16,0-2-1 16,4-2 0-16,2-4 0 15,6-1 0-15,4-5 1 16,2-6-2-16,4-1 1 16,3-6 0-16,5-1 0 0,2-7 1 15,5 2-1-15,13 6 0 16,-18-14 0-16,18 14-1 15,0 0-12-15,0 0-16 16,19-6-6-16,-1 12-5 16,0-5-6-16,8 7 2 15</inkml:trace>
  </inkml:traceGroup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740" units="cm"/>
          <inkml:channel name="Y" type="integer" max="14520" units="cm"/>
          <inkml:channel name="F" type="integer" max="25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3-10T19:22:56.828"/>
    </inkml:context>
    <inkml:brush xml:id="br0">
      <inkml:brushProperty name="width" value="0.07" units="cm"/>
      <inkml:brushProperty name="height" value="0.07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4B6FEFA2-C319-4D87-B71E-D305CCF6C9D6}" emma:medium="tactile" emma:mode="ink">
          <msink:context xmlns:msink="http://schemas.microsoft.com/ink/2010/main" type="inkDrawing" rotatedBoundingBox="13180,13151 14692,11684 14851,11848 13339,13315" semanticType="callout" shapeName="Other">
            <msink:sourceLink direction="with" ref="{B0AF16D4-9BAF-424C-ABCE-D6CF06F63E65}"/>
            <msink:sourceLink direction="with" ref="{6821B04A-0F3E-4BE0-A26C-855539F2B845}"/>
          </msink:context>
        </emma:interpretation>
      </emma:emma>
    </inkml:annotationXML>
    <inkml:trace contextRef="#ctx0" brushRef="#br0">0 1385 1 0,'15'-9'17'16,"-3"-4"-5"-16,7 1-3 15,4-2 1-15,1-1-1 0,1-3 0 16,0 1-2-16,2-2 1 16,-2-3-3-16,3 0 1 15,-4-3-2-15,-1 1-1 16,-1-2-1-16,2 1 1 15,-1-3 3-15,1 2-1 0,4-2 0 16,0 0-1-16,1-1 1 16,2-2 2-16,0 1-1 15,0-1-1-15,-2 3-3 16,0-1 0-16,-4 1 0 16,0 1 0-16,-4 3-2 15,-1 0 1-15,1-2-1 16,-2-1 0-16,-3-2 3 15,0 1 1-15,1-2 1 16,0-1 0-16,-1-3 0 16,3 2 0-1,-2-2-1-15,5 5 0 16,-3 0-2-16,4 2-2 16,-1 2 1-16,0 5-1 15,2 1 0-15,1 3 0 16,3 0 1-16,1 0-1 15,5-2 0-15,1 0 0 0,3-1 1 16,2-4 0-16,1-2 1 16,-1 0 0-16,-4 2 0 15,-2-1 1-15,-5 2-1 16,-1 2 0-16,0 2-1 16,-3 6 0-16,-3 4-1 15,0 2-1-15,0 4-11 16,-3-1-10-16,1 5-12 15,-3 2-2-15,-17-4 0 16,15 11-3-16,-15-11 7 16</inkml:trace>
  </inkml:traceGroup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740" units="cm"/>
          <inkml:channel name="Y" type="integer" max="14520" units="cm"/>
          <inkml:channel name="F" type="integer" max="25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3-10T19:22:57.703"/>
    </inkml:context>
    <inkml:brush xml:id="br0">
      <inkml:brushProperty name="width" value="0.07" units="cm"/>
      <inkml:brushProperty name="height" value="0.07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EACF331F-9FF1-4DB4-862A-623C05E15627}" emma:medium="tactile" emma:mode="ink">
          <msink:context xmlns:msink="http://schemas.microsoft.com/ink/2010/main" type="inkDrawing" rotatedBoundingBox="13580,12806 15915,11376 16141,11744 13806,13175" semanticType="callout" shapeName="Other">
            <msink:sourceLink direction="with" ref="{B0AF16D4-9BAF-424C-ABCE-D6CF06F63E65}"/>
            <msink:sourceLink direction="with" ref="{6821B04A-0F3E-4BE0-A26C-855539F2B845}"/>
          </msink:context>
        </emma:interpretation>
      </emma:emma>
    </inkml:annotationXML>
    <inkml:trace contextRef="#ctx0" brushRef="#br0">0 1431 31 0,'26'-9'12'0,"5"-5"1"0,1-8 1 16,5-8-1-16,1 1-1 15,-1-6 0-15,3 0 0 16,-5-6 0-1,2 6-2-15,-7-3-1 0,1 5-1 16,-7 0-1-16,-2-2 0 16,-3 1-3-16,-1-3-1 15,-1 2-1-15,-2-3 0 16,2 0-1-16,4-2 0 16,-2 1 3-16,3 2-1 15,2-2 1-15,1 2-1 16,0-1 1-16,2 1-1 15,0 1 1-15,2 4-2 0,4-2-1 16,0 3-2 0,6 0 1-16,2 5 0 15,0 0 0-15,1 4 0 16,1 1 0-16,0 4 0 0,-1 2-1 16,1 2 2-16,2 4-1 15,2 2 0-15,5 2 0 16,1 2 0-16,5 0 0 15,3-1 0-15,5 0-1 16,0-7 1-16,-2-2 0 16,1-3 0-16,0-2 0 15,-2-3 1-15,0-1-1 0,-3-3 1 16,-1 0-1-16,-5 3 1 16,-1 3-1-1,-4 0 0-15,-4 6-11 16,-7 1-15-16,-7 3-9 0,-4 5-4 15,-11-1-5-15,-3 10-3 16,-13-5 36-16</inkml:trace>
  </inkml:traceGroup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740" units="cm"/>
          <inkml:channel name="Y" type="integer" max="14520" units="cm"/>
          <inkml:channel name="F" type="integer" max="25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3-10T19:22:59.298"/>
    </inkml:context>
    <inkml:brush xml:id="br0">
      <inkml:brushProperty name="width" value="0.07" units="cm"/>
      <inkml:brushProperty name="height" value="0.07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7A38788C-B8FC-4480-BCC2-27A802C9AF48}" emma:medium="tactile" emma:mode="ink">
          <msink:context xmlns:msink="http://schemas.microsoft.com/ink/2010/main" type="writingRegion" rotatedBoundingBox="16746,11622 22185,12076 21908,15404 16469,14950"/>
        </emma:interpretation>
      </emma:emma>
    </inkml:annotationXML>
    <inkml:traceGroup>
      <inkml:annotationXML>
        <emma:emma xmlns:emma="http://www.w3.org/2003/04/emma" version="1.0">
          <emma:interpretation id="{DD5C7E52-CC37-409B-92E7-93BB5DB93535}" emma:medium="tactile" emma:mode="ink">
            <msink:context xmlns:msink="http://schemas.microsoft.com/ink/2010/main" type="paragraph" rotatedBoundingBox="16658,11855 19254,11773 19281,12638 16686,12721" alignmentLevel="1"/>
          </emma:interpretation>
        </emma:emma>
      </inkml:annotationXML>
      <inkml:traceGroup>
        <inkml:annotationXML>
          <emma:emma xmlns:emma="http://www.w3.org/2003/04/emma" version="1.0">
            <emma:interpretation id="{DD084459-FF3C-4DA1-AA3A-7A6C15BBCC3D}" emma:medium="tactile" emma:mode="ink">
              <msink:context xmlns:msink="http://schemas.microsoft.com/ink/2010/main" type="line" rotatedBoundingBox="16658,11855 19254,11773 19281,12638 16686,12721"/>
            </emma:interpretation>
          </emma:emma>
        </inkml:annotationXML>
        <inkml:traceGroup>
          <inkml:annotationXML>
            <emma:emma xmlns:emma="http://www.w3.org/2003/04/emma" version="1.0">
              <emma:interpretation id="{6821B04A-0F3E-4BE0-A26C-855539F2B845}" emma:medium="tactile" emma:mode="ink">
                <msink:context xmlns:msink="http://schemas.microsoft.com/ink/2010/main" type="inkWord" rotatedBoundingBox="16659,11881 18157,11834 18179,12524 16681,12572">
                  <msink:destinationLink direction="with" ref="{4B6FEFA2-C319-4D87-B71E-D305CCF6C9D6}"/>
                  <msink:destinationLink direction="with" ref="{52FD0AEC-36ED-4239-A85F-3D95C394A01B}"/>
                  <msink:destinationLink direction="with" ref="{EACF331F-9FF1-4DB4-862A-623C05E15627}"/>
                  <msink:destinationLink direction="with" ref="{7A963E65-99D9-454C-8DAC-F79796728AA1}"/>
                </msink:context>
              </emma:interpretation>
              <emma:one-of disjunction-type="recognition" id="oneOf0">
                <emma:interpretation id="interp0" emma:lang="en-GB" emma:confidence="0">
                  <emma:literal>Even</emma:literal>
                </emma:interpretation>
                <emma:interpretation id="interp1" emma:lang="en-GB" emma:confidence="0">
                  <emma:literal>En</emma:literal>
                </emma:interpretation>
                <emma:interpretation id="interp2" emma:lang="en-GB" emma:confidence="0">
                  <emma:literal>Ern</emma:literal>
                </emma:interpretation>
                <emma:interpretation id="interp3" emma:lang="en-GB" emma:confidence="0">
                  <emma:literal>Et</emma:literal>
                </emma:interpretation>
                <emma:interpretation id="interp4" emma:lang="en-GB" emma:confidence="0">
                  <emma:literal>Eton</emma:literal>
                </emma:interpretation>
              </emma:one-of>
            </emma:emma>
          </inkml:annotationXML>
          <inkml:trace contextRef="#ctx0" brushRef="#br0">0 55 117 0,'0'0'37'0,"17"-2"0"0,2-2-24 15,10 1-10 1,5 3-8-16,3-6-13 16,5 0-10-16,1 0-8 15,-4-3 0-15,1 2-2 0,-3-5-1 16</inkml:trace>
          <inkml:trace contextRef="#ctx0" brushRef="#br0" timeOffset="-1002.0152">36-429 68 0,'0'0'40'15,"14"24"-13"-15,-5 2-7 16,-4 2-2-16,2 14-2 16,-4 2-4-16,3 3-4 15,-5 2-4-15,1-4-4 0,-1-3-2 16,-1-8-8-16,2 0-10 16,-4-14-8-16,1-5-6 15,1-15-3-15,0 0 0 16,0 0-1-16</inkml:trace>
          <inkml:trace contextRef="#ctx0" brushRef="#br0" timeOffset="-2">44-511 70 0,'24'-6'34'15,"7"1"-6"-15,7-3-13 0,10 2-2 16,4-1 0-16,5 1-8 16,0 0-6-16,-4 1-12 15,-7 2-8-15,-9 4-9 16,-14 3-3-16,-23-4 1 15,7 21-4-15,-17-3 25 16</inkml:trace>
          <inkml:trace contextRef="#ctx0" brushRef="#br0" timeOffset="-1">67-271 57 0,'13'-5'34'0,"9"0"-1"16,6 2-15-16,1-1-3 16,8 1-4-16,1 0-16 15,2-1-13-15,-5 2-10 0,-1 4-4 16,-9-4-1-16,-8 5-1 15,-17-3 17 1</inkml:trace>
          <inkml:trace contextRef="#ctx0" brushRef="#br0" timeOffset="498.028">816 68 30 0,'22'-21'42'15,"3"-1"-6"-15,-2 5-11 0,6 9-3 16,-2 5-1-16,2 14-5 15,-5-1-4-15,7 9-7 16,-5 0-4-16,5 2 1 16,4-7-2-16,5-4 0 15,2-7 1-15,2-8-2 16,2-3-13-16,-8-11-11 16,-1-3-11-16,-6 2-7 0,-14-8-2 15,1 7 0-15,-14-4 42 16</inkml:trace>
          <inkml:trace contextRef="#ctx0" brushRef="#br0" timeOffset="169.8891">864-284 26 0,'22'-23'30'15,"4"-1"-4"-15,8 2-5 16,-1 2 1-16,5 7-1 16,-10 4-2-16,1 9-1 15,-7 3-6-15,-1 7-3 16,-4 3-5-16,2 1-2 16,3 0-1-16,5-4-1 15,4-2 1-15,2-8-1 0,6-5 1 16,-1-3-2-16,3-4-12 15,-7-4-11-15,-5-2-11 16,-5 5-1-16,-11-2-7 16,-13 15-1-16,0 0 28 15</inkml:trace>
        </inkml:traceGroup>
        <inkml:traceGroup>
          <inkml:annotationXML>
            <emma:emma xmlns:emma="http://www.w3.org/2003/04/emma" version="1.0">
              <emma:interpretation id="{CE1DACD7-A8CD-416B-80B3-1D781AC7D6B7}" emma:medium="tactile" emma:mode="ink">
                <msink:context xmlns:msink="http://schemas.microsoft.com/ink/2010/main" type="inkWord" rotatedBoundingBox="18529,11796 19254,11773 19281,12638 18557,12661"/>
              </emma:interpretation>
              <emma:one-of disjunction-type="recognition" id="oneOf1">
                <emma:interpretation id="interp5" emma:lang="en-GB" emma:confidence="0">
                  <emma:literal>E,</emma:literal>
                </emma:interpretation>
                <emma:interpretation id="interp6" emma:lang="en-GB" emma:confidence="0">
                  <emma:literal>El</emma:literal>
                </emma:interpretation>
                <emma:interpretation id="interp7" emma:lang="en-GB" emma:confidence="0">
                  <emma:literal>E.</emma:literal>
                </emma:interpretation>
                <emma:interpretation id="interp8" emma:lang="en-GB" emma:confidence="0">
                  <emma:literal>Et</emma:literal>
                </emma:interpretation>
                <emma:interpretation id="interp9" emma:lang="en-GB" emma:confidence="0">
                  <emma:literal>Es</emma:literal>
                </emma:interpretation>
              </emma:one-of>
            </emma:emma>
          </inkml:annotationXML>
          <inkml:trace contextRef="#ctx0" brushRef="#br0" timeOffset="1007.3404">1946-629 63 0,'0'0'40'15,"6"25"-7"-15,-10 1-11 16,2 11 0-16,-5 4-5 0,3 8-3 16,-4 0-6-16,4 3-8 15,0 1-2-15,2-5 0 16,5-2-7-16,-2-12-10 16,4-4-8-16,2-11-8 15,-7-19-1-15,0 0-1 16,0 0-1-16</inkml:trace>
          <inkml:trace contextRef="#ctx0" brushRef="#br0" timeOffset="1882.387">1852-596 75 0,'22'-16'37'0,"12"5"-1"15,9 2-15-15,5 3-7 16,5 4-3-16,3 5-16 16,-2 3-13-16,-5 3-14 15,-8 4-5-15,-15-1-6 16,-7 4 1-16,-19-3 26 0</inkml:trace>
          <inkml:trace contextRef="#ctx0" brushRef="#br0" timeOffset="1883.387">1944-338 34 0,'33'-3'30'0,"-2"-3"-6"15,6 0-25-15,4 5-14 16,-1-2-6-16,-2 5-1 15,-13-2-3-15,-2 7 22 0</inkml:trace>
          <inkml:trace contextRef="#ctx0" brushRef="#br0" timeOffset="1884.387">1908-80 66 0,'15'0'38'0,"19"1"-11"16,5-1-30-16,11-7-17 16,8 3-4-16,-3-11-5 15,7 3-4-15,-10-10 12 16</inkml:trace>
          <inkml:trace contextRef="#ctx0" brushRef="#br0" timeOffset="1885.387">2588-257 110 0,'-17'39'45'15,"2"14"-16"-15,5 7-40 16,-4 4-24-16,9 8-10 16,-1-7-3-16,9-1 4 15,-5-13 44-15</inkml:trace>
        </inkml:traceGroup>
      </inkml:traceGroup>
    </inkml:traceGroup>
    <inkml:traceGroup>
      <inkml:annotationXML>
        <emma:emma xmlns:emma="http://www.w3.org/2003/04/emma" version="1.0">
          <emma:interpretation id="{7FC3715E-A89F-4597-8E8D-52FDB3EEED5B}" emma:medium="tactile" emma:mode="ink">
            <msink:context xmlns:msink="http://schemas.microsoft.com/ink/2010/main" type="paragraph" rotatedBoundingBox="16870,14025 21987,14451 21908,15404 16791,14977" alignmentLevel="1"/>
          </emma:interpretation>
        </emma:emma>
      </inkml:annotationXML>
      <inkml:traceGroup>
        <inkml:annotationXML>
          <emma:emma xmlns:emma="http://www.w3.org/2003/04/emma" version="1.0">
            <emma:interpretation id="{F99429AF-B401-43DA-B106-D9A4A95EF1D9}" emma:medium="tactile" emma:mode="ink">
              <msink:context xmlns:msink="http://schemas.microsoft.com/ink/2010/main" type="line" rotatedBoundingBox="16870,14025 21987,14451 21908,15404 16791,14977"/>
            </emma:interpretation>
          </emma:emma>
        </inkml:annotationXML>
        <inkml:traceGroup>
          <inkml:annotationXML>
            <emma:emma xmlns:emma="http://www.w3.org/2003/04/emma" version="1.0">
              <emma:interpretation id="{EA5F1C45-EBCC-4F56-AEA0-F59DC6014F37}" emma:medium="tactile" emma:mode="ink">
                <msink:context xmlns:msink="http://schemas.microsoft.com/ink/2010/main" type="inkWord" rotatedBoundingBox="16870,14025 21987,14451 21908,15404 16791,14977">
                  <msink:destinationLink direction="with" ref="{27AA98B0-5A4F-4FDA-822C-67F2D69297B1}"/>
                </msink:context>
              </emma:interpretation>
              <emma:one-of disjunction-type="recognition" id="oneOf2">
                <emma:interpretation id="interp10" emma:lang="en-GB" emma:confidence="0">
                  <emma:literal>Ear...</emma:literal>
                </emma:interpretation>
                <emma:interpretation id="interp11" emma:lang="en-GB" emma:confidence="0">
                  <emma:literal>E=E2..,</emma:literal>
                </emma:interpretation>
                <emma:interpretation id="interp12" emma:lang="en-GB" emma:confidence="0">
                  <emma:literal>Et...</emma:literal>
                </emma:interpretation>
                <emma:interpretation id="interp13" emma:lang="en-GB" emma:confidence="0">
                  <emma:literal>Ea...</emma:literal>
                </emma:interpretation>
                <emma:interpretation id="interp14" emma:lang="en-GB" emma:confidence="0">
                  <emma:literal>Ea....</emma:literal>
                </emma:interpretation>
              </emma:one-of>
            </emma:emma>
          </inkml:annotationXML>
          <inkml:trace contextRef="#ctx0" brushRef="#br0" timeOffset="24841.4635">163 1939 141 0,'18'-19'38'15,"7"2"-2"-15,9 4-36 16,8 4 0-16,8 0 0 16,2 5-3-16,2 4-17 15,-5 1-15-15,-5 1-2 16,-11 3-2-16,-9 1 0 16,-9 3-2-16</inkml:trace>
          <inkml:trace contextRef="#ctx0" brushRef="#br0" timeOffset="24607.0751">221 1931 132 0,'-6'23'41'16,"1"9"-4"-1,3 12-33-15,0 13-4 16,2 6-1-16,2 0 1 16,0 3 0-16,3-4-1 0,1-8 1 15,0-6-1-15,-1-8-1 16,3-6-14-16,-4-10-13 16,-1-6-6-16,-3-18-2 15,0 0-1-15,0 0-1 16</inkml:trace>
          <inkml:trace contextRef="#ctx0" brushRef="#br0" timeOffset="25216.4852">262 2493 134 0,'0'0'39'0,"32"-1"-2"0,-4-8-38 15,6-3-16-15,13 0-15 16,3-1-4-16,1-3-2 16,-1 1 0-16,-1-4-3 15</inkml:trace>
          <inkml:trace contextRef="#ctx0" brushRef="#br0" timeOffset="25028.9725">302 2256 133 0,'27'1'27'0,"3"-5"-15"16,1 2-42-16,4 1-6 15,-1-3-1-15,-5 2-2 16,-7 1 10-16</inkml:trace>
          <inkml:trace contextRef="#ctx0" brushRef="#br0" timeOffset="25969.7168">984 2391 129 0,'20'-19'38'0,"2"2"-1"15,5 10-26-15,4 6-10 16,3 5-1-16,0 5 0 15,0 3 0-15,1 1 0 16,-1 0 0-16,1-1 0 16,0-7 0-16,0-3-3 15,-1-8-19-15,1-4-13 16,-1-6-1-16,0-6-2 16,1-2-1-16,-2-5-1 15</inkml:trace>
          <inkml:trace contextRef="#ctx0" brushRef="#br0" timeOffset="25672.8267">1015 2092 141 0,'24'-19'38'15,"5"6"-2"-15,-1 7-36 16,7 7 0-16,1 5 0 16,2 4 0-16,0 1 0 0,2-1 0 15,2-4 0-15,-1-5 0 16,2-7 1-16,0-8-1 15,-2-3-12 1,-6-6-16-16,-6 0-7 0,-7-1-1 16,-11 8-2-16,-11 16-2 15</inkml:trace>
          <inkml:trace contextRef="#ctx0" brushRef="#br0" timeOffset="38093.9375">2105 1787 94 0,'0'0'35'0,"-15"-6"-8"16,15 6-5-16,2 21-3 16,4-1-4-16,-5 11-10 15,4 6-4 1,-1 8-1-16,0 6 0 0,1 6 1 16,-2-1-1-16,-3 0 0 15,-2-4-1-15,-1-6 1 16,-3-8 0-16,-1-7-1 15,-2-5 1-15,2-8 0 16,0-4-1-16,7-14-3 16,-14 12-14-16,14-12-8 15,0 0-8-15,0 0-2 16,22-20-2-16,-7 3 0 0,6-5 17 16</inkml:trace>
          <inkml:trace contextRef="#ctx0" brushRef="#br0" timeOffset="38484.6971">2107 1755 80 0,'0'0'37'0,"0"0"-1"16,0 0-11-16,16 3-9 15,10 1-4-15,8 2-4 16,7-1-6-16,6 0-2 16,3 0 0-16,0-1 0 15,-3-1 0-15,-3 0-14 16,-7-2-13-16,-11 1-9 16,-7-1 0-16,-19-1-2 15,0 0-3-15</inkml:trace>
          <inkml:trace contextRef="#ctx0" brushRef="#br0" timeOffset="38755.2735">2177 2080 85 0,'0'0'45'0,"4"-15"-3"16,-4 15-17-16,34-8-13 15,-9 2-4-15,6 3-8 0,1 0 1 16,2-1-3-16,0 4-14 16,-2 0-14-16,-8 0-11 15,-2 4-3-15,-22-4-1 16,14 12 6-16</inkml:trace>
          <inkml:trace contextRef="#ctx0" brushRef="#br0" timeOffset="39005.2933">2140 2358 116 0,'24'3'45'0,"-7"-4"-10"16,3-5-23-16,10 2-3 15,0-1-8-15,2 1-1 0,0 1 0 16,2-2 0-16,-2 7-16 16,-2-4-15-16,-7 1-11 15,1 2-3-15,-9-2-1 16,1 2 9-16</inkml:trace>
          <inkml:trace contextRef="#ctx0" brushRef="#br0" timeOffset="39614.7005">2751 2241 90 0,'0'0'42'0,"6"-20"-8"15,-6 20-14-15,24-15-4 16,-10 11-3 0,4 1-9-16,-2 6-3 15,0 7-1-15,-4 6-1 0,-3 4 2 16,-8 7-1-16,-7 2-1 15,-5 5 1-15,-10 0 0 16,-2-2-1-16,-7-6 1 16,-2-4 0-16,-2-4 0 15,3-7-1-15,2-6 1 16,5-4 0-16,7-2-1 16,17 1 1-16,-15-9 0 15,15 9 0-15,16-4 0 16,2 6 0-16,5 4 0 15,2 6 1-15,3 1-1 16,-1 3 1-16,-1 0-1 16,1-1 0-16,-2-5 0 0,1-5 1 15,0-5-2-15,2-9 1 16,2-4-23-16,2-5-15 16,-4-8-6-16,7 1-3 15,-5-9-3-15,9 5 35 16</inkml:trace>
          <inkml:trace contextRef="#ctx0" brushRef="#br0" timeOffset="41271.5806">4443 2635 134 0,'0'0'48'0,"0"0"-3"15,0 0-45-15,0 0-1 16,0 0 1-16,0 0-1 16,0 0 0-16,0 0 1 0,18-9-18 15,-18 9-20-15,16-13-7 16,-16 13-1-16,0 0-3 15,16-12 22-15</inkml:trace>
          <inkml:trace contextRef="#ctx0" brushRef="#br0" timeOffset="42055.8676">4838 2644 135 0,'0'0'46'16,"8"-19"-3"-16,-8 19-43 16,0 0 0-16,0 0-1 15,9-13-11-15,-9 13-25 16,0 0-8-16,0 0-1 16,17 6-2-16,-17-6 14 0</inkml:trace>
          <inkml:trace contextRef="#ctx0" brushRef="#br0" timeOffset="42259.004">5167 2719 133 0,'25'-18'47'0,"-25"18"-2"16,19-19-46-16,-4 3-14 15,0-2-27-15,1 12-5 16,-16 6-2-16</inkml:trace>
        </inkml:traceGroup>
      </inkml:traceGroup>
    </inkml:traceGroup>
  </inkml:traceGroup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740" units="cm"/>
          <inkml:channel name="Y" type="integer" max="14520" units="cm"/>
          <inkml:channel name="F" type="integer" max="25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3-10T19:22:44.874"/>
    </inkml:context>
    <inkml:brush xml:id="br0">
      <inkml:brushProperty name="width" value="0.07" units="cm"/>
      <inkml:brushProperty name="height" value="0.07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62C32FD6-9724-4308-B2A2-407C47DC0218}" emma:medium="tactile" emma:mode="ink">
          <msink:context xmlns:msink="http://schemas.microsoft.com/ink/2010/main" type="inkDrawing" rotatedBoundingBox="8220,13190 10075,13162 10076,13211 8221,13240" semanticType="strikethrough" shapeName="Other">
            <msink:sourceLink direction="with" ref="{B0AF16D4-9BAF-424C-ABCE-D6CF06F63E65}"/>
          </msink:context>
        </emma:interpretation>
      </emma:emma>
    </inkml:annotationXML>
    <inkml:trace contextRef="#ctx0" brushRef="#br0">3527 393 79 0,'5'-13'27'0,"-5"13"-1"16,20-7-5-16,2 7-2 15,7-5-7-15,18 5-2 16,11-3-6-16,18 2-5 16,18-3 1-16,12-2 0 15,13 0 0-15,9 0 0 16,5 0 0-16,1 2 0 0,-2-1 0 15,-9 4 0-15,-9 1 1 16,-10 1-1 0,-15 4 0-16,-11-1 0 15,-18 1 0-15,-10-1 0 0,-13 0 0 16,-7-1 0-16,-13 0 0 31,-17-3 0-31,18 3-2 16,-18-3-10-16,0 0-9 15,0 0-10-15,13 0-4 16,-13 0-1-16,0 0-1 16,19-6 14-16</inkml:trace>
  </inkml:traceGroup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740" units="cm"/>
          <inkml:channel name="Y" type="integer" max="14520" units="cm"/>
          <inkml:channel name="F" type="integer" max="25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3-10T19:23:16.293"/>
    </inkml:context>
    <inkml:brush xml:id="br0">
      <inkml:brushProperty name="width" value="0.07" units="cm"/>
      <inkml:brushProperty name="height" value="0.07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78EBB46C-F189-4E5A-B1D6-89A1F6C5B7C5}" emma:medium="tactile" emma:mode="ink">
          <msink:context xmlns:msink="http://schemas.microsoft.com/ink/2010/main" type="inkDrawing" rotatedBoundingBox="8581,14949 10744,14849 10746,14883 8583,14982" shapeName="Other">
            <msink:destinationLink direction="with" ref="{5FDFEADF-92F0-40E5-A9F2-DB3039BD2337}"/>
          </msink:context>
        </emma:interpretation>
      </emma:emma>
    </inkml:annotationXML>
    <inkml:trace contextRef="#ctx0" brushRef="#br0">0 100 131 0,'40'3'45'0,"1"1"-15"16,18-1-26-16,20 0-4 16,24-3 1-16,25-3 0 15,25-4-1-15,17-3 1 16,14-5 0-16,4 3 0 16,-2-2 0-16,-8 0 0 15,-15 4-1-15,-21 3 0 16,-30 4 0-16,-21 3-1 15,-26 1 1-15,-23 2-1 0,-17 2 1 16,-10-2 0-16,-15-3-1 16,0 0 1-16,0 0 0 15,-18 3 0-15,18-3 0 16,-22-6-16-16,22 6-17 16,-15-5-9-16,15 5-4 15,0 0-1-15,-16-20 18 16</inkml:trace>
  </inkml:traceGroup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740" units="cm"/>
          <inkml:channel name="Y" type="integer" max="14520" units="cm"/>
          <inkml:channel name="F" type="integer" max="25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3-10T19:23:17.277"/>
    </inkml:context>
    <inkml:brush xml:id="br0">
      <inkml:brushProperty name="width" value="0.07" units="cm"/>
      <inkml:brushProperty name="height" value="0.07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5FDFEADF-92F0-40E5-A9F2-DB3039BD2337}" emma:medium="tactile" emma:mode="ink">
          <msink:context xmlns:msink="http://schemas.microsoft.com/ink/2010/main" type="inkDrawing" rotatedBoundingBox="10298,14793 10762,14608 10874,14890 10410,15074" semanticType="callout" shapeName="Other">
            <msink:sourceLink direction="with" ref="{78EBB46C-F189-4E5A-B1D6-89A1F6C5B7C5}"/>
          </msink:context>
        </emma:interpretation>
      </emma:emma>
    </inkml:annotationXML>
    <inkml:trace contextRef="#ctx0" brushRef="#br0">158 4 98 0,'-23'-11'46'16,"23"11"-2"-16,0 0-17 16,0 0-27-16,0 0 0 15,25 12 1-15,0-5-1 16,4 2 0-16,8 0 0 0,1 0 0 15,2 1-1-15,-4 0 1 16,-5 2-1-16,-4 0 0 16,-8 2 0-16,-13 4 1 15,-9 4-1-15,-12 1 1 16,-8 1 0-16,-11 1 0 16,-6-2 0-16,-8 2 1 15,-4-4-1-15,2 1 0 16,2-6 0-16,5-2 1 15,7-3-1-15,8-6 1 16,9-2 0 0,19-3 0-16,-9-13 0 15,15-1 1-15,5-6-1 16,4-4 1-16,1-3-1 0,-3-4 0 0,-1-2-1 16,-4 3-1-16,-6 1 0 15,-3 6 0 1,-5 1 0-16,-1 6 0 0,-2 3 0 15,9 13 0-15,-12-17 0 16,12 17 1-16,0 0-1 16,0 0 1-16,0 0 0 15,0 0 0-15,0 0-1 16,0 0 1-16,0 0 0 16,0 0 0-16,-3 18 0 15,3-18 0-15,0 0 0 16,5 15 1-16,-5-15 0 0,0 0 0 15,0 0 1-15,17-8-1 16,-17 8 0 0,12-14 0-16,-12 14 0 15,10-14 0-15,-10 14-2 0,0 0 0 16,0 0 0-16,0 0 0 16,0 0 0-16,0 0 1 15,0 0-1-15,0 0 1 16,0 0 0-16,0 0 0 15,0 0 0-15,0 0 0 16,0 0 0-16,0 0 1 16,11-14-1-16,-11 14 0 15,0 0 0-15,0 0 0 0,0 0-1 16,0 0 0 0,0 0 0-16,5 17 0 15,-3-3 0-15,1 2 0 16,0 1 0-16,1-1 1 0,-1 2 0 15,2-5 0-15,-5-13 0 16,11 18 1-16,-11-18 0 16,16 0-1-16,-16 0-21 15,18-12-15-15,-18 12-3 16,18-19-3-16,-18 19-8 16,9-15 25-16</inkml:trace>
  </inkml:traceGroup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740" units="cm"/>
          <inkml:channel name="Y" type="integer" max="14520" units="cm"/>
          <inkml:channel name="F" type="integer" max="25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3-10T19:23:18.287"/>
    </inkml:context>
    <inkml:brush xml:id="br0">
      <inkml:brushProperty name="width" value="0.07" units="cm"/>
      <inkml:brushProperty name="height" value="0.07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D9458595-BE05-480D-99AB-F56351B88043}" emma:medium="tactile" emma:mode="ink">
          <msink:context xmlns:msink="http://schemas.microsoft.com/ink/2010/main" type="inkDrawing" rotatedBoundingBox="11815,15305 13300,14117 13548,14427 12063,15615" semanticType="callout" shapeName="Other">
            <msink:sourceLink direction="with" ref="{07CB5A94-5CC7-4C6D-B07C-D1AA478E3522}"/>
            <msink:sourceLink direction="with" ref="{A43780F9-A437-4809-8628-4DFA21354278}"/>
          </msink:context>
        </emma:interpretation>
      </emma:emma>
    </inkml:annotationXML>
    <inkml:trace contextRef="#ctx0" brushRef="#br0">-2 1065 54 0,'8'19'48'0,"5"1"-5"15,9 1-17-15,3-3-5 16,13 2-3-16,3-10-6 16,11-4-5-16,5-9-8 15,6-4 0-15,5-11 1 16,2-4 0-16,2-7-1 0,2-8 0 16,-2-6-1-16,-1-6 2 15,-1-2 0 1,-6-5 0-16,-2-2 0 0,-2-2-1 31,-4-3 2-31,-3 0 0 0,-5 3-1 16,-1 1 0-16,-4 3 1 15,-4 5-1-15,-2 1 0 16,-6 2 0-16,0 3 0 16,-6 1 0-16,0 4 0 15,-5 4 0-15,-1 2-1 16,-1 5 1-16,-2 4 0 15,0 6 0-15,-4 5 0 16,-12 14 0-16,19-14 0 16,-19 14 0-16,0 0 1 15,16 4-1-15,-16-4-11 16,0 0-14-16,8 19-10 0,-8-19-2 16,0 0-2-16,1 13-2 15,-1-13 5-15</inkml:trace>
  </inkml:traceGroup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740" units="cm"/>
          <inkml:channel name="Y" type="integer" max="14520" units="cm"/>
          <inkml:channel name="F" type="integer" max="25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3-10T19:23:19.236"/>
    </inkml:context>
    <inkml:brush xml:id="br0">
      <inkml:brushProperty name="width" value="0.07" units="cm"/>
      <inkml:brushProperty name="height" value="0.07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07CB5A94-5CC7-4C6D-B07C-D1AA478E3522}" emma:medium="tactile" emma:mode="ink">
          <msink:context xmlns:msink="http://schemas.microsoft.com/ink/2010/main" type="inkDrawing" rotatedBoundingBox="13429,14110 16286,13876 16295,13979 13438,14213" shapeName="Other">
            <msink:destinationLink direction="with" ref="{D9458595-BE05-480D-99AB-F56351B88043}"/>
            <msink:destinationLink direction="with" ref="{6CE74544-8779-4E2D-9D4C-98E5C91D0C93}"/>
            <msink:destinationLink direction="with" ref="{29882CA3-B5FB-4968-9778-7964E3369096}"/>
            <msink:destinationLink direction="with" ref="{528600A3-5A5A-4D73-B986-BD30D78007D3}"/>
          </msink:context>
        </emma:interpretation>
      </emma:emma>
    </inkml:annotationXML>
    <inkml:trace contextRef="#ctx0" brushRef="#br0">-7 326 29 0,'0'0'16'15,"0"0"1"-15,0 0 1 16,0 0 1-16,0 0 0 15,1-13 1-15,-1 13-2 0,15-8-1 16,-2 5-2-16,1-5-2 16,3 3-3-16,5-5-3 15,8 1-2-15,9-1-5 16,11 0 0-16,13-4 0 16,12 3 0-16,15-2 0 15,17-2 0-15,19-1-1 16,15 0 1-16,9 0-1 15,13-1 1-15,9 3-1 16,1-1 1-16,1 3 0 16,-7 2 0-16,-10 4 0 15,-8 0-1-15,-13 4 2 16,-17-1-1-16,-15 1 0 0,-11 1 0 16,-15 2 0-16,-14-1 0 15,-15 0 0-15,-9 0-1 16,-13 2 1-16,-5-4-1 15,-7 4 1-15,-15-2-9 16,0 0-23-16,0 0-5 16,0 0-1-16,-22 5-1 15,-13 3-3-15</inkml:trace>
  </inkml:traceGroup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740" units="cm"/>
          <inkml:channel name="Y" type="integer" max="14520" units="cm"/>
          <inkml:channel name="F" type="integer" max="25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3-10T19:23:20.872"/>
    </inkml:context>
    <inkml:brush xml:id="br0">
      <inkml:brushProperty name="width" value="0.07" units="cm"/>
      <inkml:brushProperty name="height" value="0.07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6CE74544-8779-4E2D-9D4C-98E5C91D0C93}" emma:medium="tactile" emma:mode="ink">
          <msink:context xmlns:msink="http://schemas.microsoft.com/ink/2010/main" type="inkDrawing" rotatedBoundingBox="14117,15154 16379,13810 16550,14098 14287,15441" semanticType="callout" shapeName="Other">
            <msink:sourceLink direction="with" ref="{07CB5A94-5CC7-4C6D-B07C-D1AA478E3522}"/>
            <msink:sourceLink direction="with" ref="{A43780F9-A437-4809-8628-4DFA21354278}"/>
          </msink:context>
        </emma:interpretation>
      </emma:emma>
    </inkml:annotationXML>
    <inkml:trace contextRef="#ctx0" brushRef="#br0">46 1502 67 0,'-12'-8'38'0,"12"8"-4"15,0 0-8-15,-13-13-5 0,13 13-3 16,-10-23-6-16,4 7-6 15,3-5-7-15,0-1 0 16,2-4 1-16,4-5 0 16,1-1-1-16,3-2 2 0,5-1-2 15,4 0 1-15,2 0 0 16,8 0 0-16,4 1 0 16,5 0 0-16,3 2 0 15,6 1 0-15,2 2 0 16,5 0 0-16,2 1-1 15,3-2 1-15,1 0-1 16,3-1 1-16,5 2 0 16,5-2 0-16,4 0 0 0,2-1 0 15,2-2 1-15,1-1-1 16,2 3 0-16,-1-3 0 16,-4 1 0-16,-1-1-1 15,0 0 1-15,-2 1 0 16,-1 2-1-16,-3 0 2 15,-1-1-2-15,-2 3 1 16,-3-3 0-16,-6 1 0 16,-5 0 0-16,-5-2-1 15,-3 1 2-15,-6 3-1 16,-3 1 0-16,-6 3 0 16,-4 2 0-16,-3 7 0 0,-5 2 0 15,-4 6 1-15,-13 9 0 16,15-13 0-16,-15 13 0 15,0 0 0-15,0 0 0 16,0 0-24-16,0 0-12 16,-6 18-2-16,6-18-3 15,-16 16-2-15,16-16-1 16</inkml:trace>
  </inkml:traceGroup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740" units="cm"/>
          <inkml:channel name="Y" type="integer" max="14520" units="cm"/>
          <inkml:channel name="F" type="integer" max="25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3-10T19:23:20.033"/>
    </inkml:context>
    <inkml:brush xml:id="br0">
      <inkml:brushProperty name="width" value="0.07" units="cm"/>
      <inkml:brushProperty name="height" value="0.07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A43780F9-A437-4809-8628-4DFA21354278}" emma:medium="tactile" emma:mode="ink">
          <msink:context xmlns:msink="http://schemas.microsoft.com/ink/2010/main" type="inkDrawing" rotatedBoundingBox="12092,15303 14091,15444 14084,15543 12085,15402" shapeName="Other">
            <msink:destinationLink direction="with" ref="{D9458595-BE05-480D-99AB-F56351B88043}"/>
            <msink:destinationLink direction="with" ref="{6CE74544-8779-4E2D-9D4C-98E5C91D0C93}"/>
            <msink:destinationLink direction="with" ref="{29882CA3-B5FB-4968-9778-7964E3369096}"/>
            <msink:destinationLink direction="with" ref="{528600A3-5A5A-4D73-B986-BD30D78007D3}"/>
          </msink:context>
        </emma:interpretation>
      </emma:emma>
    </inkml:annotationXML>
    <inkml:trace contextRef="#ctx0" brushRef="#br0">-6 33 57 0,'10'-19'39'0,"-10"19"-1"0,13-10-13 16,5 12-4-16,7-5-3 16,12 6-5-16,10-2-5 15,11 2-7-15,14 4 0 16,8 1-1-16,9 2 1 15,8 0 0-15,6 2-1 16,3 3 1-16,5 1 0 16,1 0-1-16,-2-2-1 15,0 1 2-15,5-3-1 0,-5-2-1 16,-6-6 1-16,-7-2-1 16,-10-4 1-16,-8-1 0 15,-13-1 0 1,-7 0 0-16,-19-2 0 0,-11 3 0 15,-11-1 1-15,-18 4-1 16,0 0 0-16,0 0 1 16,0 0-1-16,-17-8 0 15,17 8-7-15,-22-3-16 16,22 3-13-16,0 0-2 16,0 0-1-16,18-17-2 15,0 6 1-15</inkml:trace>
  </inkml:traceGroup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740" units="cm"/>
          <inkml:channel name="Y" type="integer" max="14520" units="cm"/>
          <inkml:channel name="F" type="integer" max="25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3-10T19:23:21.716"/>
    </inkml:context>
    <inkml:brush xml:id="br0">
      <inkml:brushProperty name="width" value="0.07" units="cm"/>
      <inkml:brushProperty name="height" value="0.07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29882CA3-B5FB-4968-9778-7964E3369096}" emma:medium="tactile" emma:mode="ink">
          <msink:context xmlns:msink="http://schemas.microsoft.com/ink/2010/main" type="inkDrawing" rotatedBoundingBox="12920,15248 13949,14023 14075,14130 13046,15354" semanticType="callout" shapeName="Other">
            <msink:sourceLink direction="with" ref="{07CB5A94-5CC7-4C6D-B07C-D1AA478E3522}"/>
            <msink:sourceLink direction="with" ref="{A43780F9-A437-4809-8628-4DFA21354278}"/>
          </msink:context>
        </emma:interpretation>
      </emma:emma>
    </inkml:annotationXML>
    <inkml:trace contextRef="#ctx0" brushRef="#br0">0 1146 46 0,'0'0'39'0,"26"13"-2"0,-5-17-12 15,8 1-2-15,3-10-2 16,8 1-5-16,-2-10-4 15,5-1-9-15,-4-7-3 16,2-2 0-16,-2-4 0 16,-3-2 0-16,-2-2 0 15,-2 0 0-15,-1 1 1 16,-1-2-1-16,-4 3-1 16,2-2 2-16,-5 1-1 15,-1-2 1-15,-1 0-1 16,-2 0 0-16,-1 1 0 15,-1 4 1-15,2-1-2 16,1 2 1-16,2 3 0 0,3 2 0 16,1 2 0-16,2 2 0 15,1 0 0-15,2-1 0 16,0 2 0-16,-2 2 0 16,-2-2 0-16,-2-1 0 15,0-2-3-15,-3 0-9 16,1 3-13-16,-4 5-11 15,-2 2-1-15,-17 18-2 16,16-14-1-16,-16 14 9 16</inkml:trace>
  </inkml:traceGroup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740" units="cm"/>
          <inkml:channel name="Y" type="integer" max="14520" units="cm"/>
          <inkml:channel name="F" type="integer" max="25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3-10T19:23:22.419"/>
    </inkml:context>
    <inkml:brush xml:id="br0">
      <inkml:brushProperty name="width" value="0.07" units="cm"/>
      <inkml:brushProperty name="height" value="0.07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528600A3-5A5A-4D73-B986-BD30D78007D3}" emma:medium="tactile" emma:mode="ink">
          <msink:context xmlns:msink="http://schemas.microsoft.com/ink/2010/main" type="inkDrawing" rotatedBoundingBox="13568,15283 14718,13901 14860,14019 13710,15400" semanticType="callout" shapeName="Other">
            <msink:sourceLink direction="with" ref="{07CB5A94-5CC7-4C6D-B07C-D1AA478E3522}"/>
            <msink:sourceLink direction="with" ref="{A43780F9-A437-4809-8628-4DFA21354278}"/>
          </msink:context>
        </emma:interpretation>
      </emma:emma>
    </inkml:annotationXML>
    <inkml:trace contextRef="#ctx0" brushRef="#br0">0 1270 103 0,'0'0'39'15,"0"0"-2"-15,0 0-13 16,0 0-10-16,26-13-8 16,2 7-6-16,3-4-1 15,9-5 2-15,1-4-1 16,5-6 0-16,1-4-1 0,-2-6 2 16,-1-2-1-16,-4-4-1 15,-4 2 1-15,-3-4 0 16,-5 2-1-16,-5 0 1 15,-1-1-1-15,-4-1 1 16,1-1 0-16,-3 0 0 16,0-1 0-16,2-2 0 15,2 2 1-15,1-1-1 16,1 2 1-16,2 5-1 16,-4 1 0-16,4 1 0 15,-1 5 0-15,2 1-1 16,0 3 1-16,3 2 0 15,1 1 0-15,5 0-1 0,0 3 1 16,1 2 0-16,0 1 0 16,2 1-1-16,0 1 1 15,-2 2-1 1,-1-1 2-16,-2 3-19 0,-1-3-14 16,-6 1-3-16,-3 2-3 15,-7 2-1-15,-15 11-1 16</inkml:trace>
  </inkml:traceGroup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740" units="cm"/>
          <inkml:channel name="Y" type="integer" max="14520" units="cm"/>
          <inkml:channel name="F" type="integer" max="25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3-10T19:23:23.109"/>
    </inkml:context>
    <inkml:brush xml:id="br0">
      <inkml:brushProperty name="width" value="0.07" units="cm"/>
      <inkml:brushProperty name="height" value="0.07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27AA98B0-5A4F-4FDA-822C-67F2D69297B1}" emma:medium="tactile" emma:mode="ink">
          <msink:context xmlns:msink="http://schemas.microsoft.com/ink/2010/main" type="inkDrawing" rotatedBoundingBox="13988,15062 16251,13634 16377,13834 14114,15262" semanticType="callout" shapeName="Other">
            <msink:sourceLink direction="with" ref="{EA5F1C45-EBCC-4F56-AEA0-F59DC6014F37}"/>
          </msink:context>
        </emma:interpretation>
      </emma:emma>
    </inkml:annotationXML>
    <inkml:trace contextRef="#ctx0" brushRef="#br0">-4 1506 72 0,'-14'-12'37'16,"14"12"-2"-16,3-17-15 16,-3 17-2-16,23-34-4 15,-2 11-4-15,-1-8-1 16,4-1-7-16,5-4-1 0,-1 0-1 16,4-4 0-16,2 2 0 15,3 0 1-15,1 0-2 16,2-2 2-16,4-1-1 15,3 0 0-15,3 0 0 16,1 0-1-16,1 2 2 31,-3-1-1-31,3 4 0 16,-2 2 0-16,0 3-1 0,1 5 1 16,5 0 0-16,1-1 0 15,2 1-1-15,3-1 1 16,-2 0 0-16,3-4 0 15,-1-3-1-15,-5-2 1 16,-6-2 0-16,-5 1 0 16,-3 0 0-16,-4 2 0 15,2 3 0-15,0 3 0 16,4 4 1-16,2 3-1 16,2 4 1-16,7 2-1 15,0 3 0-15,4 0 0 16,1 1 0-16,-7 0 0 15,-3 2-1-15,-7-3 1 0,-3-2-5 16,-5-1-26-16,-7 1-6 16,-11-7-2-16,-7-1-2 15,-9-11-3 1</inkml:trace>
  </inkml:traceGroup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ax="4095" units="cm"/>
          <inkml:channel name="Y" type="integer" max="4095" units="cm"/>
          <inkml:channel name="T" type="integer" max="2.14748E9" units="dev"/>
        </inkml:traceFormat>
        <inkml:channelProperties>
          <inkml:channelProperty channel="X" name="resolution" value="159.96094" units="1/cm"/>
          <inkml:channelProperty channel="Y" name="resolution" value="284.375" units="1/cm"/>
          <inkml:channelProperty channel="T" name="resolution" value="1" units="1/dev"/>
        </inkml:channelProperties>
      </inkml:inkSource>
      <inkml:timestamp xml:id="ts0" timeString="2015-03-10T18:07:40.139"/>
    </inkml:context>
    <inkml:brush xml:id="br0">
      <inkml:brushProperty name="width" value="0.07" units="cm"/>
      <inkml:brushProperty name="height" value="0.07" units="cm"/>
      <inkml:brushProperty name="color" value="#ED1C24"/>
      <inkml:brushProperty name="fitToCurve" value="1"/>
    </inkml:brush>
  </inkml:definitions>
  <inkml:trace contextRef="#ctx0" brushRef="#br0">0 0 0,'0'0'0,"0"0"0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740" units="cm"/>
          <inkml:channel name="Y" type="integer" max="14520" units="cm"/>
          <inkml:channel name="F" type="integer" max="25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3-12T09:06:19.687"/>
    </inkml:context>
    <inkml:brush xml:id="br0">
      <inkml:brushProperty name="width" value="0.07" units="cm"/>
      <inkml:brushProperty name="height" value="0.07" units="cm"/>
      <inkml:brushProperty name="fitToCurve" value="1"/>
    </inkml:brush>
  </inkml:definitions>
  <inkml:traceGroup>
    <inkml:annotationXML>
      <emma:emma xmlns:emma="http://www.w3.org/2003/04/emma" version="1.0">
        <emma:interpretation id="{501395D0-8783-43A4-ADDB-0A6FB6C964E5}" emma:medium="tactile" emma:mode="ink">
          <msink:context xmlns:msink="http://schemas.microsoft.com/ink/2010/main" type="writingRegion" rotatedBoundingBox="4314,13379 7881,13238 7941,14758 4375,14900"/>
        </emma:interpretation>
      </emma:emma>
    </inkml:annotationXML>
    <inkml:traceGroup>
      <inkml:annotationXML>
        <emma:emma xmlns:emma="http://www.w3.org/2003/04/emma" version="1.0">
          <emma:interpretation id="{173FF360-D735-476E-B9A9-2CA11D77D6A4}" emma:medium="tactile" emma:mode="ink">
            <msink:context xmlns:msink="http://schemas.microsoft.com/ink/2010/main" type="paragraph" rotatedBoundingBox="4314,13379 7881,13238 7897,13651 4331,13793" alignmentLevel="1"/>
          </emma:interpretation>
        </emma:emma>
      </inkml:annotationXML>
      <inkml:traceGroup>
        <inkml:annotationXML>
          <emma:emma xmlns:emma="http://www.w3.org/2003/04/emma" version="1.0">
            <emma:interpretation id="{F0D80321-0C77-4BC1-B8C4-49A6A1AA52D9}" emma:medium="tactile" emma:mode="ink">
              <msink:context xmlns:msink="http://schemas.microsoft.com/ink/2010/main" type="line" rotatedBoundingBox="4314,13379 7881,13238 7897,13651 4331,13793"/>
            </emma:interpretation>
          </emma:emma>
        </inkml:annotationXML>
        <inkml:traceGroup>
          <inkml:annotationXML>
            <emma:emma xmlns:emma="http://www.w3.org/2003/04/emma" version="1.0">
              <emma:interpretation id="{7AFBE529-8563-42E9-9CF0-5A4F61114441}" emma:medium="tactile" emma:mode="ink">
                <msink:context xmlns:msink="http://schemas.microsoft.com/ink/2010/main" type="inkWord" rotatedBoundingBox="4314,13379 4692,13364 4708,13769 4330,13784"/>
              </emma:interpretation>
              <emma:one-of disjunction-type="recognition" id="oneOf0">
                <emma:interpretation id="interp0" emma:lang="en-GB" emma:confidence="0">
                  <emma:literal>9</emma:literal>
                </emma:interpretation>
                <emma:interpretation id="interp1" emma:lang="en-GB" emma:confidence="0">
                  <emma:literal>q</emma:literal>
                </emma:interpretation>
                <emma:interpretation id="interp2" emma:lang="en-GB" emma:confidence="0">
                  <emma:literal>@</emma:literal>
                </emma:interpretation>
                <emma:interpretation id="interp3" emma:lang="en-GB" emma:confidence="0">
                  <emma:literal>a</emma:literal>
                </emma:interpretation>
                <emma:interpretation id="interp4" emma:lang="en-GB" emma:confidence="0">
                  <emma:literal>8</emma:literal>
                </emma:interpretation>
              </emma:one-of>
            </emma:emma>
          </inkml:annotationXML>
          <inkml:trace contextRef="#ctx0" brushRef="#br0">286-2 82 0,'-27'-1'48'0,"-3"6"-11"15,-2 11-16-15,-10 3-4 0,9 13-3 16,-6 1-5-16,9 7-6 16,5 4-1-16,6-3-1 15,9 1 0-15,13-3-1 16,13-6 1-16,7-4-1 16,11-9 1-16,4-7-1 15,6-10-1-15,-1-8 0 16,3-11 1-16,-6-8-1 15,-5-9-1-15,-8-9 2 16,-10-2-1-16,-7-2 0 16,-12 2 0-16,-8 6 1 15,-10 9-1-15,-5 11 2 16,-9 13-1-16,-3 13 1 0,-1 11-1 16,-1 9 1-16,4 9 0 15,6 0 0-15,8 3 0 16,11-2-1-16,11-3 1 15,6-3-1-15,13-7 1 16,7-6-1-16,6-9 0 16,3-9 0-16,1-6-1 15,-2-10 1-15,-7-8-2 16,-3-11 2-16,-11-4-1 0,-7-6 0 16,-11 4 0-16,-6 0 0 15,-7 7 0 1,-3 8 2-16,0 10-1 15,0 10 0-15,20 5-23 0,-15 25-15 32,20-9-2-32,8 6-1 15,11 2-2-15,9 1 0 16</inkml:trace>
        </inkml:traceGroup>
        <inkml:traceGroup>
          <inkml:annotationXML>
            <emma:emma xmlns:emma="http://www.w3.org/2003/04/emma" version="1.0">
              <emma:interpretation id="{0D18981C-84C9-4BBE-B1C2-DF1EA291A7F2}" emma:medium="tactile" emma:mode="ink">
                <msink:context xmlns:msink="http://schemas.microsoft.com/ink/2010/main" type="inkWord" rotatedBoundingBox="5086,13436 6264,13389 6277,13715 5099,13761"/>
              </emma:interpretation>
              <emma:one-of disjunction-type="recognition" id="oneOf1">
                <emma:interpretation id="interp5" emma:lang="en-GB" emma:confidence="0">
                  <emma:literal>no</emma:literal>
                </emma:interpretation>
                <emma:interpretation id="interp6" emma:lang="en-GB" emma:confidence="0">
                  <emma:literal>nor</emma:literal>
                </emma:interpretation>
                <emma:interpretation id="interp7" emma:lang="en-GB" emma:confidence="0">
                  <emma:literal>on</emma:literal>
                </emma:interpretation>
                <emma:interpretation id="interp8" emma:lang="en-GB" emma:confidence="0">
                  <emma:literal>On</emma:literal>
                </emma:interpretation>
                <emma:interpretation id="interp9" emma:lang="en-GB" emma:confidence="0">
                  <emma:literal>non</emma:literal>
                </emma:interpretation>
              </emma:one-of>
            </emma:emma>
          </inkml:annotationXML>
          <inkml:trace contextRef="#ctx0" brushRef="#br0" timeOffset="871.9577">1812 23 84 0,'-29'4'41'0,"-1"6"-1"16,-7 0-15-16,10 13-7 15,-3-3-5-15,8 7-8 0,5 5-4 16,7 0-1 0,9 3 1-16,7-4 0 15,10 1-1-15,7-5 0 16,7-5 1-16,2-6-2 0,5-9 1 15,0-10 0-15,-2-9-2 16,-1-8 2-16,-9-8-1 16,-5-9 0-16,-8-5 0 15,-9-1 1-15,-10 1-1 16,-5 7 1-16,-8 8 1 16,-5 10-1-16,-3 14 0 15,-1 10 1-15,1 13-1 16,3 8 1-16,8 7 0 15,5 4-1-15,10-1 1 16,9-3-1-16,10-5 1 16,6-5-2-16,7-8 2 15,1-9-1-15,2-9 0 0,-3-11-1 16,-3-6 0-16,-7-9 1 16,-10-5-1-16,-6-3 1 15,-9 0-1-15,-7 3 1 16,-5 4 0-16,-3 4 0 15,0 14-10-15,-2 5-21 16,22 5-7-16,-20 10-2 16,20-10-1-16,10 34-2 15</inkml:trace>
          <inkml:trace contextRef="#ctx0" brushRef="#br0" timeOffset="2210.1871">770 304 42 0,'26'-33'42'16,"-15"11"-10"0,9 4-6-16,-3-6-2 15,7 8-2-15,-3-3-6 0,5 11-3 16,-3 1-6-16,2 7-7 15,0 7 0-15,1 5 1 16,-1 3-2-16,0 1 2 16,2 3 0-16,-1-4-1 15,1-2 1-15,-2-4-1 16,2-6 0-16,0-3 0 16,-5-5 0-16,1-7-2 15,1 2-19-15,-4-3-16 0,-2-4-9 16,6 5-3-16,-4-6-1 15,10 8 29 1</inkml:trace>
          <inkml:trace contextRef="#ctx0" brushRef="#br0" timeOffset="4647.9743">1859 149 33 0,'0'0'33'0,"1"-19"-1"16,-1 19-9-16,12-15-2 16,-12 15-2-16,17-10-3 15,-17 10-3-15,0 0-2 16,0 0-5-16,0 0-2 15,-22 5-1-15,0 2-1 16,-3 0-2-16,-4 1-4 16,11 4-26-16,18-12-16 15,0 0-2-15,0 0-2 0,42-22 13 16</inkml:trace>
        </inkml:traceGroup>
        <inkml:traceGroup>
          <inkml:annotationXML>
            <emma:emma xmlns:emma="http://www.w3.org/2003/04/emma" version="1.0">
              <emma:interpretation id="{C967DCE4-FD1D-4684-BDD4-F412FEEFF8F0}" emma:medium="tactile" emma:mode="ink">
                <msink:context xmlns:msink="http://schemas.microsoft.com/ink/2010/main" type="inkWord" rotatedBoundingBox="6770,13482 7256,13463 7262,13624 6777,13643"/>
              </emma:interpretation>
              <emma:one-of disjunction-type="recognition" id="oneOf2">
                <emma:interpretation id="interp10" emma:lang="en-GB" emma:confidence="0">
                  <emma:literal>~</emma:literal>
                </emma:interpretation>
                <emma:interpretation id="interp11" emma:lang="en-GB" emma:confidence="0">
                  <emma:literal>+</emma:literal>
                </emma:interpretation>
                <emma:interpretation id="interp12" emma:lang="en-GB" emma:confidence="0">
                  <emma:literal>-</emma:literal>
                </emma:interpretation>
                <emma:interpretation id="interp13" emma:lang="en-GB" emma:confidence="0">
                  <emma:literal>^</emma:literal>
                </emma:interpretation>
                <emma:interpretation id="interp14" emma:lang="en-GB" emma:confidence="0">
                  <emma:literal>_</emma:literal>
                </emma:interpretation>
              </emma:one-of>
            </emma:emma>
          </inkml:annotationXML>
          <inkml:trace contextRef="#ctx0" brushRef="#br0" timeOffset="2763.3707">2462 271 64 0,'-12'-25'46'0,"17"6"-3"16,5-6-18-16,9 5-6 15,1-6-6 1,5 5-5-16,2 5-7 16,0 4-1-16,0 9 0 0,-2 6 0 15,-3 9 0-15,1 3 1 16,1 3-1-16,-1-1 0 15,4-2 0-15,0-7 0 16,3-1-13-16,-2-9-20 16,-2-11-14-16,2 3-2 15,-11-13-1-15,5 4 23 16</inkml:trace>
        </inkml:traceGroup>
        <inkml:traceGroup>
          <inkml:annotationXML>
            <emma:emma xmlns:emma="http://www.w3.org/2003/04/emma" version="1.0">
              <emma:interpretation id="{5F4292FC-64F6-485A-860B-3E07884564A6}" emma:medium="tactile" emma:mode="ink">
                <msink:context xmlns:msink="http://schemas.microsoft.com/ink/2010/main" type="inkWord" rotatedBoundingBox="7533,13328 7884,13314 7897,13651 7546,13665"/>
              </emma:interpretation>
              <emma:one-of disjunction-type="recognition" id="oneOf3">
                <emma:interpretation id="interp15" emma:lang="en-GB" emma:confidence="0">
                  <emma:literal>of</emma:literal>
                </emma:interpretation>
                <emma:interpretation id="interp16" emma:lang="en-GB" emma:confidence="0">
                  <emma:literal>o</emma:literal>
                </emma:interpretation>
                <emma:interpretation id="interp17" emma:lang="en-GB" emma:confidence="0">
                  <emma:literal>Q</emma:literal>
                </emma:interpretation>
                <emma:interpretation id="interp18" emma:lang="en-GB" emma:confidence="0">
                  <emma:literal>oo</emma:literal>
                </emma:interpretation>
                <emma:interpretation id="interp19" emma:lang="en-GB" emma:confidence="0">
                  <emma:literal>00</emma:literal>
                </emma:interpretation>
              </emma:one-of>
            </emma:emma>
          </inkml:annotationXML>
          <inkml:trace contextRef="#ctx0" brushRef="#br0" timeOffset="1483.1988">3508-18 108 0,'-25'-24'41'0,"2"19"-2"0,-11 0-16 16,4 12-12-16,-7 6-10 16,2 6-1-16,0 6 0 15,5 5 1 1,6 5-2-16,9 3 1 0,10 1 1 15,15-1 0-15,12-4-1 16,10-7 0-16,10-7 1 16,3-9-1-16,3-9 0 15,-1-10 0-15,-5-11-1 16,-8-4 0-16,-14-11 0 16,-10-2 0-16,-12-5 0 15,-9 3 1-15,-8 3 0 0,-1 3 0 16,2 14-17-16,-4 6-20 15,2 5-11-15,20 7-1 16,-32 17-1-16,22 6 31 16</inkml:trace>
          <inkml:trace contextRef="#ctx0" brushRef="#br0" timeOffset="4113.5496">3391 47 90 0,'0'0'41'0,"0"0"-14"16,-5-17-8-16,5 17-2 16,0 0-6-1,0 0-6-15,-3 17-4 16,3-17-1-16,1 32 0 0,1-11 0 16,3-1 0-16,3 0 0 31,4-4-1-31,3-8 1 15,4-6 1-15,-1-9-1 0,4-8 1 16,-4-7-1-16,-3-1 0 16,-4-4 0-16,-6 4 0 15,-7 4 0-15,-7 4 0 16,-6 8 0-16,-1 6 0 16,-3 2 0-16,2 4 0 15,2 0-1-15,15-5 1 16,0 0-3-16,0 0-22 15,0 0-12-15,34 17-2 16,-9-8-2-16,-2 4-1 16,6 12 19-16</inkml:trace>
        </inkml:traceGroup>
      </inkml:traceGroup>
    </inkml:traceGroup>
    <inkml:traceGroup>
      <inkml:annotationXML>
        <emma:emma xmlns:emma="http://www.w3.org/2003/04/emma" version="1.0">
          <emma:interpretation id="{D3D96444-C3C5-4C26-8B4D-B9671F59FF2A}" emma:medium="tactile" emma:mode="ink">
            <msink:context xmlns:msink="http://schemas.microsoft.com/ink/2010/main" type="paragraph" rotatedBoundingBox="4368,14117 6333,14135 6327,14846 4361,14828" alignmentLevel="1"/>
          </emma:interpretation>
        </emma:emma>
      </inkml:annotationXML>
      <inkml:traceGroup>
        <inkml:annotationXML>
          <emma:emma xmlns:emma="http://www.w3.org/2003/04/emma" version="1.0">
            <emma:interpretation id="{5911F566-00DF-465A-B8EF-EA5D37545C24}" emma:medium="tactile" emma:mode="ink">
              <msink:context xmlns:msink="http://schemas.microsoft.com/ink/2010/main" type="line" rotatedBoundingBox="4368,14117 6333,14135 6327,14846 4361,14828"/>
            </emma:interpretation>
          </emma:emma>
        </inkml:annotationXML>
        <inkml:traceGroup>
          <inkml:annotationXML>
            <emma:emma xmlns:emma="http://www.w3.org/2003/04/emma" version="1.0">
              <emma:interpretation id="{06D92C6D-F7A2-4665-A4A6-B981E87C65EA}" emma:medium="tactile" emma:mode="ink">
                <msink:context xmlns:msink="http://schemas.microsoft.com/ink/2010/main" type="inkWord" rotatedBoundingBox="4368,14117 6333,14135 6327,14846 4361,14828">
                  <msink:destinationLink direction="with" ref="{6DA06559-7E70-4E1A-A4DD-6F75071AEB16}"/>
                </msink:context>
              </emma:interpretation>
              <emma:one-of disjunction-type="recognition" id="oneOf4">
                <emma:interpretation id="interp20" emma:lang="en-GB" emma:confidence="0">
                  <emma:literal>wm</emma:literal>
                </emma:interpretation>
                <emma:interpretation id="interp21" emma:lang="en-GB" emma:confidence="0">
                  <emma:literal>am</emma:literal>
                </emma:interpretation>
                <emma:interpretation id="interp22" emma:lang="en-GB" emma:confidence="0">
                  <emma:literal>Wm</emma:literal>
                </emma:interpretation>
                <emma:interpretation id="interp23" emma:lang="en-GB" emma:confidence="0">
                  <emma:literal>Winn</emma:literal>
                </emma:interpretation>
                <emma:interpretation id="interp24" emma:lang="en-GB" emma:confidence="0">
                  <emma:literal>awn</emma:literal>
                </emma:interpretation>
              </emma:one-of>
            </emma:emma>
          </inkml:annotationXML>
          <inkml:trace contextRef="#ctx0" brushRef="#br0" timeOffset="8286.8707">127 973 139 0,'-24'13'48'15,"2"13"-8"-15,-1 2-32 16,9 9-8-16,9 0 0 0,12 1 1 16,10-3-1-16,10-6 1 15,8-8-1-15,8-7 0 16,3-9 0-16,1-9 0 16,-2-6 1-16,-6-5-1 0,-8-3 1 15,-7-2-1-15,-6 1 0 16,-8 4 0-1,-10 15-1-15,0 0 1 0,19-6-1 16,-19 6 1-16,18 31-1 16,-1-9 1-16,3 2-1 15,9-3 1-15,2-2 0 16,6-8 0-16,2-6 1 16,1-10-1-16,-1-8 0 15,-4-9 0-15,-7-6 1 16,-2-9 0-16,-11-8-1 15,-7-7 0-15,-8-8 0 0,-8 0 0 16,-4 0 0-16,-3 8 0 16,3 10-9-16,-5 7-12 15,9 16-12-15,8 19-10 16,0 0-5-16,2 20-2 16,8 7 17-16</inkml:trace>
          <inkml:trace contextRef="#ctx0" brushRef="#br0" timeOffset="8755.6404">992 1421 120 0,'0'0'49'0,"-2"-30"-14"15,19 10-22-15,0-7-4 16,3 2-4-16,-2 2-3 16,2 4-1-16,-5 9-1 15,-15 10 0-15,24 5-1 16,-21 14 1-16,1 4-1 15,-3 4 0-15,4 1 1 0,2-4 0 16,3-8 0-16,-10-16 0 16,32 9 0-16,-10-21 1 15,3-11-1-15,3-7 0 16,-3-5 1-16,2-1-1 16,-2 5 0-16,-1 4 0 15,-6 10 0-15,-3 10-1 16,-15 7 1-16,27 27 0 15,-15 2-2-15,-2 2-22 16,3 8-18-16,6 1-6 16,-6-3-2-16,6 0-2 15,-6-7 39-15</inkml:trace>
          <inkml:trace contextRef="#ctx0" brushRef="#br0" timeOffset="7578.3367">1649 1226 90 0,'-22'3'50'0,"22"-3"-7"15,0 0-24-15,12-30-8 16,8 11 1-16,2-9-3 15,6-5-8-15,3-3 0 16,2 1-1-16,-3 2 0 16,-3 4 0-16,-5 8 0 15,-5 9 0-15,-17 12-1 16,18 8 1-16,-10 14-1 16,1 2 0-16,3 6-1 0,1-2-16 15,5 0-23-15,6 1-8 16,-9-11-1-16,3 4-2 15,-18-22 32-15</inkml:trace>
        </inkml:traceGroup>
      </inkml:traceGroup>
    </inkml:traceGroup>
  </inkml:traceGroup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740" units="cm"/>
          <inkml:channel name="Y" type="integer" max="14520" units="cm"/>
          <inkml:channel name="F" type="integer" max="25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3-12T09:07:43.500"/>
    </inkml:context>
    <inkml:brush xml:id="br0">
      <inkml:brushProperty name="width" value="0.07" units="cm"/>
      <inkml:brushProperty name="height" value="0.07" units="cm"/>
      <inkml:brushProperty name="fitToCurve" value="1"/>
    </inkml:brush>
  </inkml:definitions>
  <inkml:traceGroup>
    <inkml:annotationXML>
      <emma:emma xmlns:emma="http://www.w3.org/2003/04/emma" version="1.0">
        <emma:interpretation id="{2A0CE140-1135-4AA3-9602-ACD963827E99}" emma:medium="tactile" emma:mode="ink">
          <msink:context xmlns:msink="http://schemas.microsoft.com/ink/2010/main" type="writingRegion" rotatedBoundingBox="28612,11690 31285,11931 31157,13348 28484,13108"/>
        </emma:interpretation>
      </emma:emma>
    </inkml:annotationXML>
    <inkml:traceGroup>
      <inkml:annotationXML>
        <emma:emma xmlns:emma="http://www.w3.org/2003/04/emma" version="1.0">
          <emma:interpretation id="{85238318-C29F-4E38-A3E3-AA372DEFE87A}" emma:medium="tactile" emma:mode="ink">
            <msink:context xmlns:msink="http://schemas.microsoft.com/ink/2010/main" type="paragraph" rotatedBoundingBox="28612,11690 31285,11931 31157,13348 28484,13108" alignmentLevel="1"/>
          </emma:interpretation>
        </emma:emma>
      </inkml:annotationXML>
      <inkml:traceGroup>
        <inkml:annotationXML>
          <emma:emma xmlns:emma="http://www.w3.org/2003/04/emma" version="1.0">
            <emma:interpretation id="{1D131C1A-F959-4E5C-98AB-BA974B751CC0}" emma:medium="tactile" emma:mode="ink">
              <msink:context xmlns:msink="http://schemas.microsoft.com/ink/2010/main" type="line" rotatedBoundingBox="28612,11690 31285,11931 31157,13348 28484,13108"/>
            </emma:interpretation>
          </emma:emma>
        </inkml:annotationXML>
        <inkml:traceGroup>
          <inkml:annotationXML>
            <emma:emma xmlns:emma="http://www.w3.org/2003/04/emma" version="1.0">
              <emma:interpretation id="{3D2E13E5-0591-4D01-B014-82CB984FE4DB}" emma:medium="tactile" emma:mode="ink">
                <msink:context xmlns:msink="http://schemas.microsoft.com/ink/2010/main" type="inkWord" rotatedBoundingBox="28612,11690 31285,11931 31157,13348 28484,13108"/>
              </emma:interpretation>
              <emma:one-of disjunction-type="recognition" id="oneOf0">
                <emma:interpretation id="interp0" emma:lang="en-GB" emma:confidence="0">
                  <emma:literal>Single</emma:literal>
                </emma:interpretation>
                <emma:interpretation id="interp1" emma:lang="en-GB" emma:confidence="0">
                  <emma:literal>single</emma:literal>
                </emma:interpretation>
                <emma:interpretation id="interp2" emma:lang="en-GB" emma:confidence="0">
                  <emma:literal>Sinigle</emma:literal>
                </emma:interpretation>
                <emma:interpretation id="interp3" emma:lang="en-GB" emma:confidence="0">
                  <emma:literal>Simgle</emma:literal>
                </emma:interpretation>
                <emma:interpretation id="interp4" emma:lang="en-GB" emma:confidence="0">
                  <emma:literal>Singh</emma:literal>
                </emma:interpretation>
              </emma:one-of>
            </emma:emma>
          </inkml:annotationXML>
          <inkml:trace contextRef="#ctx0" brushRef="#br0">-2308-5554 21 0,'0'0'16'0,"22"-5"-11"15,-22 5-25 1,33 17-1-16,-9-11 21 15</inkml:trace>
          <inkml:trace contextRef="#ctx0" brushRef="#br0" timeOffset="478.0512">-2073-5171 3 0,'13'-35'19'0,"9"-2"-11"16,5 0-3-1,3 2 2-15,-2 3 0 16,1 7-2-16,-4 8 1 0,-3 11 0 16,-5 9-2-16,-7 12-1 15,-7 9-1-15,0 12-1 16,-1 6-1-16,1 5 0 15,3-2 0-15,2-3 1 0,5-5-1 16,4-9 1 0,7-13 1-16,1-15-1 15,2-13 0-15,-2-14 0 16,5-8 0-16,-5-9 0 0,2-4 0 16,-2-2-1-16,-3 5 2 15,-5 5-1-15,-1 13 1 16,-4 8 1-16,-12 19 1 15,0 0 0-15,10 19 0 16,-13 11-1-16,-1 7 0 16,3 8 0-16,-1 2-1 15,2 4-5-15,3 0-10 0,1-6-9 16,6 3-4-16,-3-14 0 16,6-3 0-16,-3-12 26 15</inkml:trace>
          <inkml:trace contextRef="#ctx0" brushRef="#br0" timeOffset="-140.6323">-2187-5358 72 0,'-2'23'37'0,"-3"-1"-16"16,3 8-12-16,-1 5-1 16,0 3 0-16,-2-1-3 15,3-2-3 1,2-3-12-16,2-7-11 0,-2-25-8 16,3 20-5-16,-3-20-5 15,2-25 11-15</inkml:trace>
          <inkml:trace contextRef="#ctx0" brushRef="#br0" timeOffset="-390.6441">-2330-5656 52 0,'-5'-20'42'16,"-15"3"-1"-16,-8 2-21 0,-6 10-5 16,-8 3-4-16,-3 7-3 15,-7 6-2-15,3 2-3 16,1 2-2-16,2 8 1 15,13 2-2-15,9 4 0 16,11 1 0-16,18 0 1 16,15 3-2-16,12 3 2 15,10 0-1-15,10-1 0 16,3 2 0-16,0 0 0 16,-3 3-1-16,-11 0 1 15,-9 0-1-15,-14-4 1 16,-13 0 0-16,-17-6 0 15,-11-3-1-15,-16-5 1 0,-9-7 1 16,-9-5-1-16,-5-5 0 16,-4-3-2-1,9-1-11-15,4-2-9 16,12-3-11-16,16 1-2 16,25 3-2-16,0 0-3 15,17-15 23-15</inkml:trace>
          <inkml:trace contextRef="#ctx0" brushRef="#br0" timeOffset="931.2051">-1146-5231 21 0,'0'-25'33'0,"-12"-1"-3"16,-1 8-17-16,13 18-4 15,-30-8-1-15,11 11-4 16,1 9 0-16,1 8-2 16,4 7 0-16,4 3-1 15,9 3-1-15,7 2 0 0,8-1-1 16,5-6 0-16,5-4-1 16,4-11 1-1,1-6-1-15,-5-6 1 16,0-2 1-16,-5 1 1 0,-5 1 0 15,-15-1 1-15,27 27 0 16,-17 1 2-16,-1 11 0 16,-3 6 2-16,-4 10-2 15,0 5 0-15,-6-1 0 16,-2-1 0-16,-14-4 1 16,-2-6 0-16,-10-9 0 15,-5-6-1-15,-3-16 1 16,1-9 1-16,-1-11-4 15,3-12-14-15,10-8-10 16,11-9-11-16,9-10-2 16,19-3-2-16,11-7 0 15</inkml:trace>
          <inkml:trace contextRef="#ctx0" brushRef="#br0" timeOffset="1290.5922">-824-5168 63 0,'13'-23'30'0,"1"-11"2"15,1-6-16-15,13-2-5 16,1-9 0-16,4-8-2 16,-6-11 0-16,-2 0-1 15,-10-4-2-15,-1 6-1 0,-7 9-5 16,-6 7 0-16,-6 17 0 15,5 35 1-15,-28-3-1 16,6 33 2-16,2 22-2 16,-2 16 0-16,0 12 0 15,4 14 0-15,4 5 0 16,8-1-1-16,11-2-12 16,5-9-14-16,5-16-8 15,8-10-2-15,4-20-4 16,3-9-3-16,-5-20 40 15</inkml:trace>
          <inkml:trace contextRef="#ctx0" brushRef="#br0" timeOffset="1540.6031">-464-5042 72 0,'22'-31'43'16,"0"13"-2"-16,1-2-19 15,9-7-14-15,5 1-2 16,-3-6 0-16,-1-2-6 15,-3 1 0-15,-11 4 0 16,-11 4 0-16,-9 9 0 16,-18 9 0-16,-13 10 0 15,-10 16 0-15,-3 12 0 16,-4 13-1-16,9 4 1 16,8 9 0-16,16-2-1 15,17 1 1-15,21-6 0 0,17-5-7 16,6-12-20-16,7-8-8 15,8 1-7-15,-13-15-2 16,0 8 4-16</inkml:trace>
        </inkml:traceGroup>
      </inkml:traceGroup>
    </inkml:traceGroup>
  </inkml:traceGroup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740" units="cm"/>
          <inkml:channel name="Y" type="integer" max="14520" units="cm"/>
          <inkml:channel name="F" type="integer" max="25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3-12T09:06:26.326"/>
    </inkml:context>
    <inkml:brush xml:id="br0">
      <inkml:brushProperty name="width" value="0.07" units="cm"/>
      <inkml:brushProperty name="height" value="0.07" units="cm"/>
      <inkml:brushProperty name="fitToCurve" value="1"/>
    </inkml:brush>
  </inkml:definitions>
  <inkml:traceGroup>
    <inkml:annotationXML>
      <emma:emma xmlns:emma="http://www.w3.org/2003/04/emma" version="1.0">
        <emma:interpretation id="{1B2A6D34-0864-41B3-AB8E-EDB8EE54D1F6}" emma:medium="tactile" emma:mode="ink">
          <msink:context xmlns:msink="http://schemas.microsoft.com/ink/2010/main" type="inkDrawing" rotatedBoundingBox="5036,17013 10842,16854 10844,16911 5038,17071" shapeName="Other">
            <msink:destinationLink direction="with" ref="{6DA06559-7E70-4E1A-A4DD-6F75071AEB16}"/>
          </msink:context>
        </emma:interpretation>
      </emma:emma>
    </inkml:annotationXML>
    <inkml:trace contextRef="#ctx0" brushRef="#br0">0 159 51 0,'28'-6'33'0,"14"1"-20"15,10 3-11-15,13 0 2 16,9 2-1-16,13-3 1 16,12 1 0-16,12-1 0 0,10-4 0 15,11-1 0-15,12 1-1 16,7-3-1-16,17 0 0 15,6 0 0-15,7 0 0 16,11-2 0-16,9 6 0 16,5-3 0-16,5 3 0 15,7 1-2-15,2 3 2 16,1-5-2-16,7 4 2 16,-1-5-1-16,-1 6 0 15,0-2 0-15,-1 1-1 16,-2 1 1-16,-10-3-1 15,-10 7 0-15,-12-5-7 16,-20 8-6-16,-20-7-7 0,-24 4-4 16,-18-1-5-16,-28-1 0 15,-14 2-1-15,-27-9 30 16</inkml:trace>
  </inkml:traceGroup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740" units="cm"/>
          <inkml:channel name="Y" type="integer" max="14520" units="cm"/>
          <inkml:channel name="F" type="integer" max="25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3-12T09:06:25.607"/>
    </inkml:context>
    <inkml:brush xml:id="br0">
      <inkml:brushProperty name="width" value="0.07" units="cm"/>
      <inkml:brushProperty name="height" value="0.07" units="cm"/>
      <inkml:brushProperty name="fitToCurve" value="1"/>
    </inkml:brush>
  </inkml:definitions>
  <inkml:traceGroup>
    <inkml:annotationXML>
      <emma:emma xmlns:emma="http://www.w3.org/2003/04/emma" version="1.0">
        <emma:interpretation id="{6DA06559-7E70-4E1A-A4DD-6F75071AEB16}" emma:medium="tactile" emma:mode="ink">
          <msink:context xmlns:msink="http://schemas.microsoft.com/ink/2010/main" type="inkDrawing" rotatedBoundingBox="5997,17752 6139,14425 6232,14429 6090,17756" semanticType="callout" shapeName="Other">
            <msink:sourceLink direction="with" ref="{1B2A6D34-0864-41B3-AB8E-EDB8EE54D1F6}"/>
            <msink:sourceLink direction="with" ref="{06D92C6D-F7A2-4665-A4A6-B981E87C65EA}"/>
          </msink:context>
        </emma:interpretation>
      </emma:emma>
    </inkml:annotationXML>
    <inkml:trace contextRef="#ctx0" brushRef="#br0">138 0 46 0,'0'0'27'16,"0"0"-8"-16,0 0-1 15,0 0-1-15,0 0 0 16,0 0-2-16,0 0 0 15,-7 28-2 1,6-9 1-16,2 11-1 16,-2 2-5-16,2 9-2 15,-2 8-2-15,2 8-2 16,-1 8-3-16,0 10 2 16,0 7-2-16,-1 3 1 15,-3 9 0-15,3 3-1 16,-4 3 1-16,0 6-2 0,0 4 2 15,-2 2-1 1,-1 5 0-16,-1 5 0 16,1 4 0-16,-4 2 1 15,-1 9-1-15,-1-1 1 0,1-2 0 16,1-2-2-16,2-4 1 16,2-6 0-16,4-5 1 15,3-10-2-15,1-10 2 16,3-10-2-16,2-3 1 15,-2-9 1-15,2-10 0 16,-1-4 0-16,-3-11-1 16,-1-8 1-16,2-7-1 0,-2-12-5 15,3-3-12 1,-3-20-17-16,0 0-10 0,16 2-5 0,-10-22 0 16,9 1 41-16</inkml:trace>
  </inkml:traceGroup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740" units="cm"/>
          <inkml:channel name="Y" type="integer" max="14520" units="cm"/>
          <inkml:channel name="F" type="integer" max="25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3-12T09:06:30.649"/>
    </inkml:context>
    <inkml:brush xml:id="br0">
      <inkml:brushProperty name="width" value="0.07" units="cm"/>
      <inkml:brushProperty name="height" value="0.07" units="cm"/>
      <inkml:brushProperty name="fitToCurve" value="1"/>
    </inkml:brush>
  </inkml:definitions>
  <inkml:traceGroup>
    <inkml:annotationXML>
      <emma:emma xmlns:emma="http://www.w3.org/2003/04/emma" version="1.0">
        <emma:interpretation id="{25615698-E4F3-44CB-B16F-93280DD9E14D}" emma:medium="tactile" emma:mode="ink">
          <msink:context xmlns:msink="http://schemas.microsoft.com/ink/2010/main" type="writingRegion" rotatedBoundingBox="6546,16520 8820,14169 8989,14333 6715,16683"/>
        </emma:interpretation>
      </emma:emma>
    </inkml:annotationXML>
    <inkml:traceGroup>
      <inkml:annotationXML>
        <emma:emma xmlns:emma="http://www.w3.org/2003/04/emma" version="1.0">
          <emma:interpretation id="{8E389C8E-930B-4AF9-A18B-D0BF55119197}" emma:medium="tactile" emma:mode="ink">
            <msink:context xmlns:msink="http://schemas.microsoft.com/ink/2010/main" type="paragraph" rotatedBoundingBox="6546,16520 8820,14169 8989,14333 6715,16683" alignmentLevel="1"/>
          </emma:interpretation>
        </emma:emma>
      </inkml:annotationXML>
      <inkml:traceGroup>
        <inkml:annotationXML>
          <emma:emma xmlns:emma="http://www.w3.org/2003/04/emma" version="1.0">
            <emma:interpretation id="{39437872-5429-4DA6-A3D8-18C9B2218C56}" emma:medium="tactile" emma:mode="ink">
              <msink:context xmlns:msink="http://schemas.microsoft.com/ink/2010/main" type="line" rotatedBoundingBox="6546,16520 8820,14169 8989,14333 6715,16683"/>
            </emma:interpretation>
          </emma:emma>
        </inkml:annotationXML>
        <inkml:traceGroup>
          <inkml:annotationXML>
            <emma:emma xmlns:emma="http://www.w3.org/2003/04/emma" version="1.0">
              <emma:interpretation id="{D84652B2-D839-4D4E-BB59-2314AE2E3D47}" emma:medium="tactile" emma:mode="ink">
                <msink:context xmlns:msink="http://schemas.microsoft.com/ink/2010/main" type="inkWord" rotatedBoundingBox="6546,16520 8820,14169 8989,14333 6715,16683"/>
              </emma:interpretation>
              <emma:one-of disjunction-type="recognition" id="oneOf0">
                <emma:interpretation id="interp0" emma:lang="en-GB" emma:confidence="0">
                  <emma:literal>wt</emma:literal>
                </emma:interpretation>
                <emma:interpretation id="interp1" emma:lang="en-GB" emma:confidence="0">
                  <emma:literal>w"</emma:literal>
                </emma:interpretation>
                <emma:interpretation id="interp2" emma:lang="en-GB" emma:confidence="0">
                  <emma:literal>000°</emma:literal>
                </emma:interpretation>
                <emma:interpretation id="interp3" emma:lang="en-GB" emma:confidence="0">
                  <emma:literal>000,</emma:literal>
                </emma:interpretation>
                <emma:interpretation id="interp4" emma:lang="en-GB" emma:confidence="0">
                  <emma:literal>000'</emma:literal>
                </emma:interpretation>
              </emma:one-of>
            </emma:emma>
          </inkml:annotationXML>
          <inkml:trace contextRef="#ctx0" brushRef="#br0">908-659 104 0,'0'0'44'16,"-16"6"-14"-16,-1 3-8 16,5 11-7-16,-5 0-6 15,6 5-7-15,1 2-2 16,3-2 0-16,8-2 0 15,6-6-1-15,10-7 1 0,3-12 0 16,7-8 0-16,1-8 0 16,3-9 0-16,-5-5 0 15,-4-3 0-15,-10 0 0 16,-9 3 0-16,-9 9 1 16,-8 8-2-16,-8 5-14 15,4 15-17-15,1 5-12 16,17-10-4-16,-12 30-1 15,12-30 13-15</inkml:trace>
          <inkml:trace contextRef="#ctx0" brushRef="#br0" timeOffset="-628.4197">93 86 73 0,'0'0'48'0,"-16"-15"-5"0,-1 9-17 16,17 6-8-16,-25 8-7 16,25-8-8-16,-24 25-3 15,18-5 0-15,1 4 0 16,6-3 0-16,4 3 0 31,10-6 0-31,6-5-1 16,5-6 1-16,5-9 0 15,4-9 0-15,2-8 0 16,-6-2 0-16,0-8 0 16,-10-1 0-16,-5-2 1 0,-15 4-1 15,-11 5 0-15,-10 7 1 16,-8 6-1-16,-3 7 0 16,-4 5 0-16,3 3-3 15,9 10-15-15,6-5-15 16,17-10-8-16,10 18-8 15,15-14-1-15,19-3 22 16</inkml:trace>
          <inkml:trace contextRef="#ctx0" brushRef="#br0" timeOffset="644.6343">1589-1336 57 0,'-25'-17'49'0,"10"12"-6"15,0 10-13-15,-5-3-10 16,3 9-3-16,-3 3-6 16,3 2-5-16,5 4-5 15,6 0-1-15,4 1 0 16,7-5 0-16,8-1 0 15,6-6-1-15,6-6 0 16,3-6 1-16,3-7 0 16,-1-5-1-16,-3-5 1 15,-7-7 0-15,-7 0 1 0,-8-1-2 16,-8 3 2-16,-11 1-1 16,-4 7 0-16,-6 4 0 15,4 11-12-15,-1-1-11 16,21 3-12-16,-17 15-7 15,17-15-7-15,22 17 0 16,1-12 28-16</inkml:trace>
          <inkml:trace contextRef="#ctx0" brushRef="#br0" timeOffset="1194.7622">2193-2105 73 0,'0'0'43'0,"-22"0"-11"16,5 3-7-16,5 12-4 16,-3-2-4-16,7 9-6 15,0-2-4-15,6 2-4 0,4 0-4 16,4-4 1-16,4-1-1 16,5-7 1-16,5-4 0 15,4-7 0-15,-1-6 0 16,1-6 0-16,-2-7 0 15,-4-5 0-15,-3-6 1 16,-6 0-1-16,-8-3 0 16,-6 4-1-16,2 12-15 15,-9 3-16-15,12 15-12 16,-17-4-5-16,17 4-1 16,-5 37 12-16</inkml:trace>
        </inkml:traceGroup>
      </inkml:traceGroup>
    </inkml:traceGroup>
  </inkml:traceGroup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740" units="cm"/>
          <inkml:channel name="Y" type="integer" max="14520" units="cm"/>
          <inkml:channel name="F" type="integer" max="25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3-12T09:06:48.260"/>
    </inkml:context>
    <inkml:brush xml:id="br0">
      <inkml:brushProperty name="width" value="0.07" units="cm"/>
      <inkml:brushProperty name="height" value="0.07" units="cm"/>
      <inkml:brushProperty name="fitToCurve" value="1"/>
    </inkml:brush>
  </inkml:definitions>
  <inkml:traceGroup>
    <inkml:annotationXML>
      <emma:emma xmlns:emma="http://www.w3.org/2003/04/emma" version="1.0">
        <emma:interpretation id="{5E2823BA-72CD-451D-93E8-06EAA14B019C}" emma:medium="tactile" emma:mode="ink">
          <msink:context xmlns:msink="http://schemas.microsoft.com/ink/2010/main" type="writingRegion" rotatedBoundingBox="16329,12003 31430,12044 31423,14632 16322,14591"/>
        </emma:interpretation>
      </emma:emma>
    </inkml:annotationXML>
    <inkml:traceGroup>
      <inkml:annotationXML>
        <emma:emma xmlns:emma="http://www.w3.org/2003/04/emma" version="1.0">
          <emma:interpretation id="{D30980E3-8858-4EC1-8B32-E6F6283E2A23}" emma:medium="tactile" emma:mode="ink">
            <msink:context xmlns:msink="http://schemas.microsoft.com/ink/2010/main" type="paragraph" rotatedBoundingBox="16329,12003 31430,12044 31423,14632 16322,14591" alignmentLevel="1"/>
          </emma:interpretation>
        </emma:emma>
      </inkml:annotationXML>
      <inkml:traceGroup>
        <inkml:annotationXML>
          <emma:emma xmlns:emma="http://www.w3.org/2003/04/emma" version="1.0">
            <emma:interpretation id="{6B4F2F24-DB01-4763-94FB-756920217B74}" emma:medium="tactile" emma:mode="ink">
              <msink:context xmlns:msink="http://schemas.microsoft.com/ink/2010/main" type="line" rotatedBoundingBox="16329,12003 31430,12044 31423,14632 16322,14591"/>
            </emma:interpretation>
          </emma:emma>
        </inkml:annotationXML>
        <inkml:traceGroup>
          <inkml:annotationXML>
            <emma:emma xmlns:emma="http://www.w3.org/2003/04/emma" version="1.0">
              <emma:interpretation id="{8B093811-DDC1-42A0-8126-6E7D2BF172D9}" emma:medium="tactile" emma:mode="ink">
                <msink:context xmlns:msink="http://schemas.microsoft.com/ink/2010/main" type="inkWord" rotatedBoundingBox="16329,12014 21208,12028 21202,14264 16322,14250"/>
              </emma:interpretation>
              <emma:one-of disjunction-type="recognition" id="oneOf0">
                <emma:interpretation id="interp0" emma:lang="en-GB" emma:confidence="0">
                  <emma:literal>Atone-laser</emma:literal>
                </emma:interpretation>
                <emma:interpretation id="interp1" emma:lang="en-GB" emma:confidence="0">
                  <emma:literal>Atonal-laser</emma:literal>
                </emma:interpretation>
                <emma:interpretation id="interp2" emma:lang="en-GB" emma:confidence="0">
                  <emma:literal>Atoned-laser</emma:literal>
                </emma:interpretation>
                <emma:interpretation id="interp3" emma:lang="en-GB" emma:confidence="0">
                  <emma:literal>Atone-easer</emma:literal>
                </emma:interpretation>
                <emma:interpretation id="interp4" emma:lang="en-GB" emma:confidence="0">
                  <emma:literal>Atones-laser</emma:literal>
                </emma:interpretation>
              </emma:one-of>
            </emma:emma>
          </inkml:annotationXML>
          <inkml:trace contextRef="#ctx0" brushRef="#br0">10506-2393 106 0,'0'0'46'0,"21"-20"-2"15,0 17-21-15,0-1-22 16,4-1-17-16,9 0-21 16,1 5-9-16,-6-3-1 15,-1 8-3-15,-11-3 27 16</inkml:trace>
          <inkml:trace contextRef="#ctx0" brushRef="#br0" timeOffset="1249.513">10613-2908 93 0,'-15'13'44'0,"3"11"-14"15,4 16-8-15,-4 7-6 16,4 13-1-16,-4 5-6 15,3 7-6-15,3 2-2 16,1-1 0-16,1-6-1 16,3-3-1-16,2-9 1 15,1-8 1-15,1-11-2 16,4-11-4-16,3-5-16 16,-10-20-13-16,15 7-8 15,-15-7-5-15,19-28-1 16,-8 9 13-16</inkml:trace>
          <inkml:trace contextRef="#ctx0" brushRef="#br0" timeOffset="1763.2068">11040-2533 67 0,'-15'-6'47'0,"-5"6"-4"15,-7 4-17-15,4 13-7 16,-7-1-3-16,5 13-5 0,-4 2-7 15,6 6-3-15,4 5-1 16,7 0 0-16,9 0 0 16,10-6 0-16,11-4 0 15,6-12 0-15,8-8 0 0,3-12-1 16,2-10 0 0,-2-12-2-16,-2-5-9 15,-12-9-7-15,-3-3-8 16,-13-4-3-16,-7 4-6 0,-6 4-5 15,-9 3-4-15,2 12 27 16</inkml:trace>
          <inkml:trace contextRef="#ctx0" brushRef="#br0" timeOffset="2216.3972">11146-2345 19 0,'12'-16'30'16,"-2"-8"-6"-16,3-2-9 16,4-1 1-16,-2-2 2 15,2 8 0-15,-5-1 3 16,4 10-3-16,-16 12-2 16,22-3-4-16,-22 3-3 15,15 28-3-15,-10-4-1 16,0 6-1-16,-1 3-4 0,-3 4 1 15,-2 3-1-15,1-1 0 16,-2-3 0-16,0-2-1 16,1-4-1-16,-3-7-9 15,6 1-10-15,-2-24-10 16,0 16-9-16,0-16-6 16,0 0-1-16,18-10 15 15</inkml:trace>
          <inkml:trace contextRef="#ctx0" brushRef="#br0" timeOffset="2591.3644">11399-2360 30 0,'12'-20'36'16,"-2"-6"0"-16,5-3-14 15,4 7-5-15,1-1 2 16,2 8 0-16,-4 2-4 16,2 8-2-16,-5 10-2 15,0 10-4-15,-5 10-3 0,-5 6-2 16,-3 8-3-16,0 1 2 15,-4 2-1-15,0 0 0 16,2-4-1-16,0-9-6 16,7-4-12-16,-4-10-10 15,-3-15-8-15,19 16-6 16,-19-16-3-16,18-5-1 16,-18 5 46-16</inkml:trace>
          <inkml:trace contextRef="#ctx0" brushRef="#br0" timeOffset="2966.3883">11698-2353 29 0,'16'-25'35'15,"-4"-7"-1"-15,5-3-13 16,6 7 1-16,-2-4 0 16,4 10-3-16,-7 4-3 15,4 11-2-15,-22 7-3 0,30 15-4 16,-21 9-5-16,-1 6-1 15,-5 6-1 1,2 6 0-16,-3 2 0 16,0-1 0-16,1-3-5 0,0-8-15 15,4-4-12-15,0-6-10 16,-7-22-4-16,18 15-2 16,-18-15 9-16</inkml:trace>
          <inkml:trace contextRef="#ctx0" brushRef="#br0" timeOffset="3153.8998">12181-2400 149 0,'25'-8'47'0,"3"0"-9"0,9 6-51 16,2-3-19-16,1 0-13 15,2 5-3-15,-9-4-1 16,3 11 3-16</inkml:trace>
          <inkml:trace contextRef="#ctx0" brushRef="#br0" timeOffset="4335.8371">12786-2477 75 0,'0'0'43'0,"0"0"-10"16,0 0-9-16,8-26-4 15,9 7-2-15,0-9-7 16,3-7-6-16,0-7-6 15,0-10 1-15,-5-5 0 16,-5-3 0-16,-6-5-1 16,-9 1 0-16,-4 4 1 15,-6 8 0-15,-2 10 0 16,-3 12 0-16,-2 17 1 16,1 16-1-16,2 21 1 0,2 16-1 15,6 18 1-15,-1 14 1 16,7 12 0-16,2 10-1 15,3 4 0-15,3 1 0 16,5-6 0-16,1-6-1 16,1-15 0-16,3-13-6 15,2-9-14-15,0-18-11 16,2-12-6-16,0-12 0 16,3-13-2-16,2-7 0 15</inkml:trace>
          <inkml:trace contextRef="#ctx0" brushRef="#br0" timeOffset="4757.7332">13277-2485 127 0,'-32'-20'38'0,"7"13"-1"15,-2 14-20-15,-8 5-6 16,2 9-5-16,-1 8-5 16,2 6-1-16,7 3 0 15,8 2 0-15,11 1 0 16,11-8 0-16,11-8 0 0,11-8-1 16,7-12 1-16,3-10 0 15,3-9 0-15,-5-9-1 16,-3-9 1-16,-5-4 0 15,-9 0-1 1,-6 6 2-16,-5 4-1 0,-7 7 0 16,0 19-1-16,0 0 2 15,-19 5-1-15,14 15 0 16,2 5 0-16,4 2 0 16,6 7-6-16,2-6-12 15,11 0-11-15,1-6-6 16,6-7-1-16,0-5-2 15,5-6 1-15,2-10 2 0</inkml:trace>
          <inkml:trace contextRef="#ctx0" brushRef="#br0" timeOffset="5072.9892">13701-2646 128 0,'-20'-10'40'0,"-5"7"-2"15,0 8-17-15,-4 7-15 16,4 6-3-16,7 4-3 16,8 6 0-16,6 1 0 15,13 3-1-15,8 3 1 16,8 0-1-16,10 0 0 0,3-3-3 16,3-1-2-16,-6-4-1 15,-3 3-1-15,-10-8 0 16,-7 1 1-1,-15-23 0-15,-4 29 1 0,-14-21 2 16,-6-1-3-16,-7-5-6 16,-1-2-10-16,3-4-5 15,4-2-1-15,10-1-2 16,15 7 0-16</inkml:trace>
          <inkml:trace contextRef="#ctx0" brushRef="#br0" timeOffset="5385.5096">13953-2330 116 0,'18'-26'38'16,"2"7"-2"-16,1-6-21 15,9 2-5-15,-5-4 0 16,0-1-3-16,-8 1-6 15,-9 2-1-15,-10 5 0 16,-11 5 1-16,-12 8-1 16,-9 9 1-16,-6 8-1 15,-2 11 1-15,-1 10 0 16,4 7-1-16,7 6 1 0,12 2-1 16,8 4-2-16,12-6-11 15,20 1-11-15,6-11-8 16,11-9-4-16,4-12-1 15,8-11 0-15,-2-16-1 16</inkml:trace>
          <inkml:trace contextRef="#ctx0" brushRef="#br0" timeOffset="5672.4292">14260-2565 141 0,'0'0'37'16,"8"18"-7"-16,0 12-16 0,1 4-7 15,4 6-2-15,2 2-4 16,0-4-1-16,2-5 0 16,2-4 0-16,-3-12 0 15,1-11 0-15,-2-11 0 0,-1-11 0 16,-1-10-1-16,-1-5 1 16,1-6 0-16,1-3 0 15,1 1 0-15,2 4-1 16,-1 5 0-16,4 5-17 15,-1 8-17-15,-1 7-2 16,-1 5-2-16,-17 5-1 16,20 9-3-16</inkml:trace>
          <inkml:trace contextRef="#ctx0" brushRef="#br0" timeOffset="-2524.2887">11777-3405 44 0,'0'0'33'16,"8"26"-1"-16,0-1-11 16,-1 0-5-16,5 8-1 15,-1-3-1-15,6 4-4 0,-2-8-2 16,5-1-4-16,-1-13 1 15,4-7 0-15,1-10-1 16,1-5 0-16,-3-10-2 16,1-5-1-16,1-3-1 15,-2-1 1-15,-2 2-2 16,-2 2 2-16,-3 7 0 16,0 1-1-16,-15 17 0 15,24-20 1-15,-24 20-2 0,15-7 1 16,-15 7 1-16,0 0-2 15,0 0 2-15,-2-18-1 16,2 18-1-16,-27-7 1 16,6 7 0-16,-6 2-1 15,-5 5 0-15,-2-4-11 16,6 2-20-16,4 3-9 16,6-11-6-16,18 3 0 15,0 0 9-15</inkml:trace>
          <inkml:trace contextRef="#ctx0" brushRef="#br0" timeOffset="-3041.9549">12001-4351 39 0,'0'0'39'0,"0"0"-4"16,-10 17-11-16,8-2-2 15,-3 3-4-15,4 14 1 0,-4 3-8 16,5 12-3-16,-2 5-3 16,2 10-1-16,2 11-4 15,-2 9 0-15,0 5-1 16,0-5 0-16,0 0 1 15,-2-7 0-15,0-5-1 16,-3-9 0-16,2-15 0 16,-2-12-3-16,2-7-2 15,-7-11-10-15,10-16-7 16,-14 24-10-16,14-24-3 16,-17 8-1-16,17-8-1 15,-16 10 13-15</inkml:trace>
          <inkml:trace contextRef="#ctx0" brushRef="#br0" timeOffset="-664.9113">10040-2766 69 0,'-16'13'46'16,"-4"6"-9"-16,-3 6-15 15,3 15-4-15,-7 2-3 16,2 10-4-16,-4 3-3 15,2 3-7-15,2 3-1 16,2-1-1-16,3-3-1 16,0-9-13-16,9-4-13 15,3-9-10 1,1-15-6-16,7-4-3 16,0-16 0-16,0 0 43 15</inkml:trace>
          <inkml:trace contextRef="#ctx0" brushRef="#br0" timeOffset="-461.7782">9907-2437 138 0,'0'0'47'15,"0"0"-8"-15,17 16-38 16,5-11-1-16,4 1-1 15,3-4-14-15,8-2-20 16,0 2-11-16,-5-6-2 0,1 1 0 16,-11-4 17-16</inkml:trace>
          <inkml:trace contextRef="#ctx0" brushRef="#br0" timeOffset="-1335.8253">9952-2821 87 0,'15'-5'44'0,"-15"5"-15"16,34 25-12-16,-14 0-1 16,5 12 1-16,-1 5-7 15,1 11-4-15,-2 1-1 16,-3 6-4-16,-1 0 0 16,-2 2 0-16,-4-5-1 15,0-2-1-15,-1-8 0 16,-2-10-3-16,2-4-13 15,-2-11-13-15,-10-22-12 16,15 16-5-16,-15-16 0 0,0 0 3 16</inkml:trace>
        </inkml:traceGroup>
        <inkml:traceGroup>
          <inkml:annotationXML>
            <emma:emma xmlns:emma="http://www.w3.org/2003/04/emma" version="1.0">
              <emma:interpretation id="{97E779D7-E93B-4573-9212-79729648D18E}" emma:medium="tactile" emma:mode="ink">
                <msink:context xmlns:msink="http://schemas.microsoft.com/ink/2010/main" type="inkWord" rotatedBoundingBox="21733,13202 24809,13210 24805,14614 21729,14606"/>
              </emma:interpretation>
              <emma:one-of disjunction-type="recognition" id="oneOf1">
                <emma:interpretation id="interp5" emma:lang="en-GB" emma:confidence="0">
                  <emma:literal>coupling</emma:literal>
                </emma:interpretation>
                <emma:interpretation id="interp6" emma:lang="en-GB" emma:confidence="0">
                  <emma:literal>Coupling</emma:literal>
                </emma:interpretation>
                <emma:interpretation id="interp7" emma:lang="en-GB" emma:confidence="0">
                  <emma:literal>couplings</emma:literal>
                </emma:interpretation>
                <emma:interpretation id="interp8" emma:lang="en-GB" emma:confidence="0">
                  <emma:literal>complins</emma:literal>
                </emma:interpretation>
                <emma:interpretation id="interp9" emma:lang="en-GB" emma:confidence="0">
                  <emma:literal>compiling</emma:literal>
                </emma:interpretation>
              </emma:one-of>
            </emma:emma>
          </inkml:annotationXML>
          <inkml:trace contextRef="#ctx0" brushRef="#br0" timeOffset="6203.7065">15284-2584 111 0,'-27'12'46'0,"-3"1"-4"0,5 4-20 16,2 7-7-16,7 2-7 15,3 4-8-15,10-1-1 16,6-2-4-16,12 1-16 16,7-5-8-1,10-3-8-15,6-3-5 0,3-8-4 16,7-6 0-16,4-8 30 16</inkml:trace>
          <inkml:trace contextRef="#ctx0" brushRef="#br0" timeOffset="6500.5938">15661-2530 113 0,'-25'-9'45'0,"-2"9"-2"0,-1 12-19 15,-6 3-15-15,9 9-5 16,7 4-4 0,6 2 0-16,10 2 0 15,11-2 0-15,9-3 0 0,9-4 0 16,7-9-1-16,4-6 1 15,1-11 0-15,-2-9 0 16,-6-8 0-16,-5-10-1 16,-11-5 1-16,-10-4-1 15,-9 1-1-15,-6 3-8 16,-12 6-10-16,-3 6-7 16,0 9-8-16,3 8-1 15,22 6 0-15,-20 15-1 0,20-15 6 16</inkml:trace>
          <inkml:trace contextRef="#ctx0" brushRef="#br0" timeOffset="6860.3731">15963-2575 137 0,'-20'5'39'0,"-2"6"-1"15,0 9-16-15,4 9-18 16,5-1-4-16,6 4 0 16,7 5-1-16,8-7 1 0,9-7 0 15,7-8-1 1,6-8 1-16,2-10 0 16,4-11-1-16,-4-7 0 15,0-9 0-15,-7-6 1 0,-3 5-1 16,-7-3 1-16,-1 9 1 15,-11 3-1-15,-3 22 1 16,0 0 0-16,0 0 0 16,-13 24-1-16,6 4 1 15,5 9-1-15,2-2-5 16,14 9-18-16,-1-8-12 16,10-2-2-16,6-9-1 15,3-8-2-15,6-9 0 16</inkml:trace>
          <inkml:trace contextRef="#ctx0" brushRef="#br0" timeOffset="7319.4122">16459-2452 135 0,'4'-50'37'0,"13"12"1"16,4 9-16-16,15 13-17 15,6 9-5-15,1 9 1 16,-3 9-1-16,-3 8 0 16,-10 8 0-16,-10 6-1 15,-12 7 2-15,-12 2-2 16,-11 1 2-16,-11-3 0 15,-3-3-4-15,-5-10-14 16,9-7-12-16,4-10-7 0,24-10-1 16,-15-5-2-16,15 5 0 15,26-32 1-15</inkml:trace>
          <inkml:trace contextRef="#ctx0" brushRef="#br0" timeOffset="7063.5093">16582-2488 82 0,'2'43'38'16,"1"12"-2"-16,0 7-17 15,7 8-4-15,0 4-10 16,0-6-17-16,2-1-16 16,-2-10-5-16,-3-8-2 15,-2-16-1-15,-5-14 1 16</inkml:trace>
          <inkml:trace contextRef="#ctx0" brushRef="#br0" timeOffset="7816.2251">16862-2589 88 0,'7'-35'38'15,"-1"-5"0"-15,-1-12-20 16,5-5-4-16,-3-6-1 16,1-4-2-16,-4 0-5 15,-2 7-2-15,-4 3-4 16,0 12 0-16,-1 12 1 16,3 33-1-16,0 0 1 0,-24 10-1 15,16 35 1-15,0 20 0 16,-1 12 0-16,4 10 0 15,0 8-2-15,2-1-14 16,8-2-14-16,1-7-6 0,6-20-1 16,7-18-2-16,1-15-1 15,5-16 0-15</inkml:trace>
          <inkml:trace contextRef="#ctx0" brushRef="#br0" timeOffset="8454.5192">17125-2849 152 0,'-8'40'40'15,"14"-2"-1"-15,1 9-34 16,10 5-5-16,3-4 2 15,0-1-2-15,4-7 1 16,-6-6-3-16,6-11 0 16,-8-10-7-16,3-9-2 15,-19-4-1-15,30-29 0 16,-20-1-1-16,7-2 1 16,-6-8 2-16,3 9 3 15,-4 5 14-15,-7 11 4 16,-3 15 2-16,0 0-1 15,0 41 1-15,-8-3 0 0,5 12-2 16,-1-3-1-16,8 1-10 16,4-6 0-16,5-7-1 15,9-11 1-15,3-14-1 16,4-12 1-16,-1-13 0 16,1-12 0-16,-4-8-1 15,-2-5 1-15,-2 2 0 16,-6 1 0-16,-5 7 2 15,-2 8-2-15,-8 22 0 16,0 0 0-16,0 0 0 16,14 40-9-16,-14-10-15 15,3 5-11-15,5 4-2 16,2-2 0-16,4-6-2 0,4-2 0 16</inkml:trace>
          <inkml:trace contextRef="#ctx0" brushRef="#br0" timeOffset="8110.749">17128-2555 164 0,'0'0'39'0,"-6"32"-2"16,4-4-37-16,4 4 0 15,1-1 0-15,-1 1-13 16,4 0-18-16,0-4-5 16,-5-7-2-16,-1-21-1 15,2 16 0-15</inkml:trace>
          <inkml:trace contextRef="#ctx0" brushRef="#br0" timeOffset="8876.4152">18057-2594 159 0,'0'0'38'16,"-25"-1"-1"-16,7 17-31 15,3 13-6-15,1 1-1 16,4 3 1-16,5-1 0 15,9 2-1-15,6-11 1 0,5-6 0 16,8-11-1-16,4-6 1 16,1-5 0-16,-1-1 0 15,0-1 0-15,-5 5 0 16,-2 6 0-16,-3 9 1 16,-5 12-1-16,-1 15 1 15,-6 12-1-15,0 10 0 16,-5 6 0-16,-3 3 1 15,-4 1-1-15,-4-4 0 16,-8-9 0-16,-8-11 0 16,-5-14 0-16,-6-16 0 15,-2-15 0-15,-2-13-1 16,3-11 1-16,2-13-17 0,14-3-19 16,11 2-6-16,7-3-5 15,13 11-2-15,2 0 2 16</inkml:trace>
        </inkml:traceGroup>
        <inkml:traceGroup>
          <inkml:annotationXML>
            <emma:emma xmlns:emma="http://www.w3.org/2003/04/emma" version="1.0">
              <emma:interpretation id="{A7DE3EE1-51E5-4073-9B5A-7749D758FBEA}" emma:medium="tactile" emma:mode="ink">
                <msink:context xmlns:msink="http://schemas.microsoft.com/ink/2010/main" type="inkWord" rotatedBoundingBox="27360,11813 28864,14016 28404,14330 26900,12127"/>
              </emma:interpretation>
              <emma:one-of disjunction-type="recognition" id="oneOf2">
                <emma:interpretation id="interp10" emma:lang="en-GB" emma:confidence="0">
                  <emma:literal>he.</emma:literal>
                </emma:interpretation>
                <emma:interpretation id="interp11" emma:lang="en-GB" emma:confidence="0">
                  <emma:literal>to</emma:literal>
                </emma:interpretation>
                <emma:interpretation id="interp12" emma:lang="en-GB" emma:confidence="0">
                  <emma:literal>be.</emma:literal>
                </emma:interpretation>
                <emma:interpretation id="interp13" emma:lang="en-GB" emma:confidence="0">
                  <emma:literal>we.</emma:literal>
                </emma:interpretation>
                <emma:interpretation id="interp14" emma:lang="en-GB" emma:confidence="0">
                  <emma:literal>le.</emma:literal>
                </emma:interpretation>
              </emma:one-of>
            </emma:emma>
          </inkml:annotationXML>
          <inkml:trace contextRef="#ctx0" brushRef="#br0" timeOffset="41385.5761">20455-4339 69 0,'0'0'45'0,"0"0"-3"16,22 13-22-16,5 14-9 15,9 5-3-15,18 18 0 16,12 15-4-16,16 24-4 16,15 18 1-16,7 16-1 15,10 13 0-15,0 9 1 16,-3 14-1-16,-4 0 2 0,-12-5 0 15,-6-14 0-15,-17-11-1 16,-8-14 0 0,-14-16 1-16,-6-14-1 15,-10-21 1-15,-9-16-3 0,-7-9 1 16,-6-14 0-16,-5-8 0 16,-7-17-9-16,0 0-17 15,0 0-11-15,0 0-8 16,0 0-1-16,-14-19-1 15,14 19 37-15</inkml:trace>
          <inkml:trace contextRef="#ctx0" brushRef="#br0" timeOffset="42026.2348">21707-2319 149 0,'0'23'46'0,"5"4"-18"16,6 9-28-16,2 5 0 16,4 0 0-16,3-2 1 15,2-9 0-15,-1-12-1 16,3-14 0-16,4-18 1 15,3-14 0-15,4-12 0 16,0-10-1-16,5-9 0 16,-1-1 0-16,1 1 0 15,-6 9 0-15,-6 8 0 16,-8 16 0-16,-11 9-1 16,-9 17 1-16,-17 12 0 15,-10 13 0-15,-12 5-1 0,-2 7 1 16,-10 4 0-16,1 0 0 15,1-3 1-15,7-8-1 16,11-8 0-16,10-16 1 16,21-6-1-16,5-18 0 15,24-10 0-15,8-7 0 16,10-2-1-16,1 2 1 16,-1 6-1-16,-8 13 0 15,-11 12 1-15,-28 4-1 16,2 34-1-16,-27-1-19 15,-10 0-18-15,1 4-6 16,-8-10-1-16,12-4-3 16,2-16 28-16</inkml:trace>
        </inkml:traceGroup>
        <inkml:traceGroup>
          <inkml:annotationXML>
            <emma:emma xmlns:emma="http://www.w3.org/2003/04/emma" version="1.0">
              <emma:interpretation id="{F9227764-9837-431B-9A6D-488120D0B967}" emma:medium="tactile" emma:mode="ink">
                <msink:context xmlns:msink="http://schemas.microsoft.com/ink/2010/main" type="inkWord" rotatedBoundingBox="29277,13381 31426,13387 31424,14378 29275,14373"/>
              </emma:interpretation>
              <emma:one-of disjunction-type="recognition" id="oneOf3">
                <emma:interpretation id="interp15" emma:lang="en-GB" emma:confidence="0">
                  <emma:literal>spin</emma:literal>
                </emma:interpretation>
                <emma:interpretation id="interp16" emma:lang="en-GB" emma:confidence="0">
                  <emma:literal>spins</emma:literal>
                </emma:interpretation>
                <emma:interpretation id="interp17" emma:lang="en-GB" emma:confidence="0">
                  <emma:literal>spine</emma:literal>
                </emma:interpretation>
                <emma:interpretation id="interp18" emma:lang="en-GB" emma:confidence="0">
                  <emma:literal>Spin</emma:literal>
                </emma:interpretation>
                <emma:interpretation id="interp19" emma:lang="en-GB" emma:confidence="0">
                  <emma:literal>spiny</emma:literal>
                </emma:interpretation>
              </emma:one-of>
            </emma:emma>
          </inkml:annotationXML>
          <inkml:trace contextRef="#ctx0" brushRef="#br0" timeOffset="57421.0487">23009-2731 24 0,'-21'-6'31'0,"-9"-3"-5"0,-5 4-7 15,-2 5 0-15,-5-2-2 16,2 4-2-16,1 0-3 16,9 5-1-16,3-2-1 15,12 5-1-15,15-10-3 16,17 26-3-16,20-7-2 15,10 4-1-15,13 4 2 16,9 6-1-16,5-1-1 0,0 3 0 16,-7-3 1-1,-14-2-3-15,-16 2 3 16,-13-4-1-16,-24-4 0 16,-19-4 0-16,-13-5 0 15,-15-2 0-15,-8-3 1 0,0-5-3 16,3 2-11-16,1-7-11 15,15-2-9-15,15-3-1 16,21 5-1-16,6-15-4 16,15-2 13-16</inkml:trace>
          <inkml:trace contextRef="#ctx0" brushRef="#br0" timeOffset="57827.3172">23450-2545 53 0,'-4'32'39'16,"-1"4"-4"-16,-5 13-19 15,7 9-4-15,-4 6 2 16,2 3-4-16,-2-4-3 16,4-3-2-16,-2-9-1 15,2-10 0-15,-1-14-1 16,4-27 0-16,0 0-1 15,0 0 0-15,-10-50 0 16,7 2-1-16,3-18 0 16,-2-11-1-16,4-4 0 15,6-3-1-15,6 4 0 16,6 4 0-16,8 11-1 16,6 12 1-16,6 16-1 0,2 14 1 15,3 13-1-15,-6 13 1 16,-7 9 2-16,-11 9 0 15,-9 8 0-15,-19 4-1 16,-13 4 0-16,-15 0-10 16,-9-1-10-16,-4 0-9 15,-6-6-6-15,9-2-4 16,1-8-5-16,19 0 18 16</inkml:trace>
          <inkml:trace contextRef="#ctx0" brushRef="#br0" timeOffset="58155.4582">24058-2692 85 0,'0'0'46'15,"2"16"-2"-15,-9 3-22 16,2 11-15-16,-5 5-5 16,0 5-1-16,0-3 0 0,2 1 0 15,-3-4-2-15,5-6-9 16,2-3-18-16,1-8-7 15,3-17-2 1,0 0-7-16,0-22-1 0</inkml:trace>
          <inkml:trace contextRef="#ctx0" brushRef="#br0" timeOffset="58327.3429">24005-2962 109 0,'11'-21'42'0,"4"17"-17"16,2 8-38-16,3 6-19 16,0 5-7-16,-3-2-4 15,3 11-2 1,-8-3 42-16</inkml:trace>
          <inkml:trace contextRef="#ctx0" brushRef="#br0" timeOffset="58860.756">24214-2604 32 0,'24'-23'29'15,"1"-7"-7"-15,3-2-6 0,1 5 1 16,-4 2 0-16,0 8-1 16,-7 7-1-16,-2 17-2 15,-13 10 1-15,-1 10-5 16,-7 8-5-16,0 7-3 16,-1 1 0-16,5-1-1 15,6-5 1-15,2-11 0 16,8-11-1-16,5-8-1 15,8-17 1-15,4-10-2 0,2-15 1 16,-2-14 1-16,1-9-1 16,4-7 1-16,-4 3 0 15,-1 5-1 1,-5 13 1-16,-3 13 1 0,-4 19 0 16,0 22-1-16,-7 22 1 15,-4 16 1-15,-6 14-1 16,-3 10 0-16,3 3-2 15,-3-1-24-15,2-9-11 16,5-5-9-16,-7-25-3 16,13-1-4-16,-13-34 51 15</inkml:trace>
        </inkml:traceGroup>
      </inkml:traceGroup>
    </inkml:traceGroup>
  </inkml:traceGroup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740" units="cm"/>
          <inkml:channel name="Y" type="integer" max="14520" units="cm"/>
          <inkml:channel name="F" type="integer" max="25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3-12T09:07:31.527"/>
    </inkml:context>
    <inkml:brush xml:id="br0">
      <inkml:brushProperty name="width" value="0.07" units="cm"/>
      <inkml:brushProperty name="height" value="0.07" units="cm"/>
      <inkml:brushProperty name="fitToCurve" value="1"/>
    </inkml:brush>
  </inkml:definitions>
  <inkml:traceGroup>
    <inkml:annotationXML>
      <emma:emma xmlns:emma="http://www.w3.org/2003/04/emma" version="1.0">
        <emma:interpretation id="{21016E5C-B03B-4BBC-BB8E-9BE459670D14}" emma:medium="tactile" emma:mode="ink">
          <msink:context xmlns:msink="http://schemas.microsoft.com/ink/2010/main" type="inkDrawing" rotatedBoundingBox="27738,16865 29874,16891 29873,16962 27737,16936" semanticType="underline" shapeName="Other">
            <msink:sourceLink direction="with" ref="{3BD7F1EE-F9D7-4BBE-B5A9-4654ABAA42C8}"/>
          </msink:context>
        </emma:interpretation>
      </emma:emma>
    </inkml:annotationXML>
    <inkml:trace contextRef="#ctx0" brushRef="#br0">0 58 141 0,'0'0'39'0,"24"2"-2"16,1-6-29-16,15-1-8 16,15-3 1-16,17 3-1 0,16-2 0 15,16-1 0-15,18 1 0 16,7-1 0-16,14 4 0 15,1 1 0-15,2 5-1 16,-2-1 1-16,-5 4-1 0,-10 4 1 16,-10 1 0-16,-8 0 0 15,-16-2 0-15,-9 1-1 16,-14-1 2-16,-15-1-1 16,-12-4 0-16,-13-3-8 15,-32 0-23-15,15 3-13 16,-33-8-1-16,-12 5-3 15,-19-8 1-15</inkml:trace>
  </inkml:traceGroup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ax="4095" units="cm"/>
          <inkml:channel name="Y" type="integer" max="4095" units="cm"/>
          <inkml:channel name="T" type="integer" max="2.14748E9" units="dev"/>
        </inkml:traceFormat>
        <inkml:channelProperties>
          <inkml:channelProperty channel="X" name="resolution" value="159.96094" units="1/cm"/>
          <inkml:channelProperty channel="Y" name="resolution" value="284.375" units="1/cm"/>
          <inkml:channelProperty channel="T" name="resolution" value="1" units="1/dev"/>
        </inkml:channelProperties>
      </inkml:inkSource>
      <inkml:timestamp xml:id="ts0" timeString="2015-03-10T18:07:40.139"/>
    </inkml:context>
    <inkml:brush xml:id="br0">
      <inkml:brushProperty name="width" value="0.07" units="cm"/>
      <inkml:brushProperty name="height" value="0.0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79CE7B7E-E8A8-4542-B54C-F2EE542170C9}" emma:medium="tactile" emma:mode="ink">
          <msink:context xmlns:msink="http://schemas.microsoft.com/ink/2010/main" type="inkDrawing" rotatedBoundingBox="31364,17729 31379,17729 31379,17744 31364,17744" shapeName="Other"/>
        </emma:interpretation>
      </emma:emma>
    </inkml:annotationXML>
    <inkml:trace contextRef="#ctx0" brushRef="#br0">0 0 0,'0'0'0,"0"0"0</inkml:trace>
  </inkml:traceGroup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740" units="cm"/>
          <inkml:channel name="Y" type="integer" max="14520" units="cm"/>
          <inkml:channel name="F" type="integer" max="25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3-12T09:07:35.737"/>
    </inkml:context>
    <inkml:brush xml:id="br0">
      <inkml:brushProperty name="width" value="0.07" units="cm"/>
      <inkml:brushProperty name="height" value="0.07" units="cm"/>
      <inkml:brushProperty name="fitToCurve" value="1"/>
    </inkml:brush>
  </inkml:definitions>
  <inkml:traceGroup>
    <inkml:annotationXML>
      <emma:emma xmlns:emma="http://www.w3.org/2003/04/emma" version="1.0">
        <emma:interpretation id="{3BD7F1EE-F9D7-4BBE-B5A9-4654ABAA42C8}" emma:medium="tactile" emma:mode="ink">
          <msink:context xmlns:msink="http://schemas.microsoft.com/ink/2010/main" type="writingRegion" rotatedBoundingBox="27723,15267 32059,15019 32160,16778 27823,17026">
            <msink:destinationLink direction="with" ref="{21016E5C-B03B-4BBC-BB8E-9BE459670D14}"/>
          </msink:context>
        </emma:interpretation>
      </emma:emma>
    </inkml:annotationXML>
    <inkml:traceGroup>
      <inkml:annotationXML>
        <emma:emma xmlns:emma="http://www.w3.org/2003/04/emma" version="1.0">
          <emma:interpretation id="{AD6D3F7C-F57C-4B9D-95B1-2510B5144651}" emma:medium="tactile" emma:mode="ink">
            <msink:context xmlns:msink="http://schemas.microsoft.com/ink/2010/main" type="paragraph" rotatedBoundingBox="27723,15267 32059,15019 32160,16778 27823,17026" alignmentLevel="1"/>
          </emma:interpretation>
        </emma:emma>
      </inkml:annotationXML>
      <inkml:traceGroup>
        <inkml:annotationXML>
          <emma:emma xmlns:emma="http://www.w3.org/2003/04/emma" version="1.0">
            <emma:interpretation id="{05D6557C-E0E8-4688-B09E-2B45A77C627D}" emma:medium="tactile" emma:mode="ink">
              <msink:context xmlns:msink="http://schemas.microsoft.com/ink/2010/main" type="line" rotatedBoundingBox="27723,15267 32059,15019 32160,16778 27823,17026"/>
            </emma:interpretation>
          </emma:emma>
        </inkml:annotationXML>
        <inkml:traceGroup>
          <inkml:annotationXML>
            <emma:emma xmlns:emma="http://www.w3.org/2003/04/emma" version="1.0">
              <emma:interpretation id="{EE808BCD-B7AF-47D3-8B6A-057BDD79D956}" emma:medium="tactile" emma:mode="ink">
                <msink:context xmlns:msink="http://schemas.microsoft.com/ink/2010/main" type="inkWord" rotatedBoundingBox="27723,15267 32059,15019 32160,16778 27823,17026"/>
              </emma:interpretation>
              <emma:one-of disjunction-type="recognition" id="oneOf0">
                <emma:interpretation id="interp0" emma:lang="en-GB" emma:confidence="0">
                  <emma:literal>outwit</emma:literal>
                </emma:interpretation>
                <emma:interpretation id="interp1" emma:lang="en-GB" emma:confidence="0">
                  <emma:literal>topaz</emma:literal>
                </emma:interpretation>
                <emma:interpretation id="interp2" emma:lang="en-GB" emma:confidence="0">
                  <emma:literal>outwear</emma:literal>
                </emma:interpretation>
                <emma:interpretation id="interp3" emma:lang="en-GB" emma:confidence="0">
                  <emma:literal>outwent</emma:literal>
                </emma:interpretation>
                <emma:interpretation id="interp4" emma:lang="en-GB" emma:confidence="0">
                  <emma:literal>outwore</emma:literal>
                </emma:interpretation>
              </emma:one-of>
            </emma:emma>
          </inkml:annotationXML>
          <inkml:trace contextRef="#ctx0" brushRef="#br0">-1344-2163 31 0,'2'32'36'0,"-6"13"-2"16,-1 15-9-16,0 17-5 15,-5 9-2-15,0 14-2 16,-5 2-6-16,5 0-3 16,-3-4-3-16,1-8-5 15,4-5-13-15,-2-15-7 16,4-12-6-16,3-8-7 16,-2-13 0-16,2-2-8 0,-7-15 15 15</inkml:trace>
          <inkml:trace contextRef="#ctx0" brushRef="#br0" timeOffset="250.015">-1590-1218 87 0,'-2'27'43'0,"2"6"-6"16,2 7-18-16,1 2-10 15,4-2 0-15,-1-7-8 16,6-8-1-16,2-8-1 0,-14-17 1 16,30-10 0-16,-12-15 0 15,1-12 0 1,-1-10-10-16,1-4-14 16,-3-4-9-16,-6-10-7 0,4 8-2 15,-9-4-1-15,3 11 32 16</inkml:trace>
          <inkml:trace contextRef="#ctx0" brushRef="#br0" timeOffset="562.5288">-1518-2226 84 0,'6'-28'41'0,"6"5"-14"16,5-1-15-16,-2 6-3 16,5 1 1-16,-1 12 0 15,-3 10-2-15,-16-5-4 16,26 39-4-16,-10-11-13 15,1 7-14-15,5-4-8 16,8 8-8-16,-7-13 0 16,13 4 0-16</inkml:trace>
          <inkml:trace contextRef="#ctx0" brushRef="#br0" timeOffset="1209.2716">-593-2236 101 0,'-18'13'43'15,"-9"9"-5"-15,-3 15-22 16,3 14-11-16,4 11-4 0,6 6-1 16,7 2 0-16,10-5-1 15,11-3 1-15,11-14 0 16,10-11-1-16,10-20 0 15,5-16 0-15,2-14 1 16,-1-14-1-16,-8-13 0 16,-1-10 0-16,-11 2 0 15,-4 0 1-15,-12 6-1 16,-4 9 1-16,-8 13 0 16,0 20 0-16,0 0 0 15,-8 48-1-15,9-5 1 16,8 11 0-16,2 1-1 15,11 1 1-15,7-6 0 0,4-5 0 16,8-10 1-16,0-15 0 16,3-10-2-16,-4-11 2 15,-1-14-1-15,-9-10 1 16,-6-12-1-16,-9-16 0 16,-10-9 0-16,-10-6 0 15,-9-2 0-15,-6 0 1 16,-3 6-1-16,-4 6 0 15,2 13 0-15,-1 13-1 16,5 14-13-16,21 18-15 16,0 0-4-16,0 0-4 15,13 22-6-15,7-6 4 16</inkml:trace>
          <inkml:trace contextRef="#ctx0" brushRef="#br0" timeOffset="1584.2926">373-1861 105 0,'27'-15'43'0,"-5"-2"-7"0,1 9-32 16,6 5-4-16,-1 3-1 16,-6 10 1-16,-7 10-1 15,-8 8 1-15,-16 9 0 16,-9 4 0-16,-9 4 1 16,-6 2 0-16,-6-2 0 15,5 0 0-15,3-7-1 16,5-3 1-16,15-8-1 15,11-4 0-15,13-6 0 16,9-5-10-16,11-2-12 16,4-5-11-16,-1-7-7 15,12 2-2-15,-18-10-1 16,11 5 43-16</inkml:trace>
          <inkml:trace contextRef="#ctx0" brushRef="#br0" timeOffset="1771.8008">301-1609 106 0,'0'0'43'16,"49"-2"-1"-16,9 5-63 16,9-6-20-16,15 8-5 15,-9-17 0-15,2 11 10 16,-23-18 36-16</inkml:trace>
          <inkml:trace contextRef="#ctx0" brushRef="#br0" timeOffset="-2026.8433">-2558-1127 72 0,'0'0'41'0,"-20"-15"-5"16,2 17-11-16,-1 15-8 0,-9 6-5 16,-1 10-6-16,-8 8-6 15,2 5 0-15,3 3 0 16,5 3 0-16,9-7-1 15,10-7 0-15,13-11 1 16,11-12 0-16,15-12 0 16,9-9-1-16,2-13 1 15,1-11 1-15,-2-7-1 16,-8-4 1-16,-6-6-1 16,-10 0 0-16,-11 5 0 15,-9 2 0-15,-9 12 0 16,-8 11 0-16,-8 17 0 0,-3 15 1 15,1 15-2-15,0 7 1 16,7 10 0-16,8 1-1 16,8 1 1-16,14-6-1 15,11-11 1-15,9-10-2 16,8-14 2-16,5-6 0 16,4-12 0-16,-4-10 1 15,-5-7-1-15,-8-12 1 16,-8-1 0-16,-11-5-1 15,-13 5 1-15,-8 3-1 16,-14 4-1-16,-5 6 0 16,0 9-21-16,-2 9-12 15,6 1-8-15,10 11-2 0,2-9-1 16,16 6 27-16</inkml:trace>
          <inkml:trace contextRef="#ctx0" brushRef="#br0" timeOffset="-4700.5896">-3629-2261 121 0,'0'0'46'0,"0"0"-3"15,30-10-25-15,20 7-16 16,26-2-2-16,19-2 0 15,28 1 0-15,16-3 0 16,13 3 0-16,9-1 1 16,-1 0-1-16,-3 2 0 15,-13 4 0-15,-13-1 0 16,-18 0 0-16,-20 1 0 16,-22-1-1-16,-19 0 1 15,-17 4-7-15,-35-2-17 0,0 0-12 16,-5 15 0-16,-28-3-3 15,-6 6 0-15,-11 4-2 16</inkml:trace>
          <inkml:trace contextRef="#ctx0" brushRef="#br0" timeOffset="-1506.3736">-2704-2481 109 0,'0'0'42'16,"-33"-10"-7"-16,9 20-17 16,1 10-11-16,1 3-7 15,0 8 0-15,4 0 0 16,3 3 0-16,10-1 0 16,8-3 0-16,10-10 0 15,11-6 1-15,6-9-2 0,5-7 1 16,1-10 0-1,-1-11 0-15,-5-6 0 0,-10-7 0 16,-12-3 0 0,-9 2 0-16,-13 6-4 0,-9-1-15 15,-2 9-13-15,1 14-9 16,-3 4-1-16,27 5-2 16,-16 24 16-16</inkml:trace>
        </inkml:traceGroup>
      </inkml:traceGroup>
    </inkml:traceGroup>
  </inkml:traceGroup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740" units="cm"/>
          <inkml:channel name="Y" type="integer" max="14520" units="cm"/>
          <inkml:channel name="F" type="integer" max="25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3-12T09:07:18.802"/>
    </inkml:context>
    <inkml:brush xml:id="br0">
      <inkml:brushProperty name="width" value="0.07" units="cm"/>
      <inkml:brushProperty name="height" value="0.07" units="cm"/>
      <inkml:brushProperty name="fitToCurve" value="1"/>
    </inkml:brush>
  </inkml:definitions>
  <inkml:traceGroup>
    <inkml:annotationXML>
      <emma:emma xmlns:emma="http://www.w3.org/2003/04/emma" version="1.0">
        <emma:interpretation id="{A5E906F6-DA39-411D-A84D-7B15F69E3C9F}" emma:medium="tactile" emma:mode="ink">
          <msink:context xmlns:msink="http://schemas.microsoft.com/ink/2010/main" type="writingRegion" rotatedBoundingBox="9308,14148 24145,15113 23908,18750 9071,17786"/>
        </emma:interpretation>
      </emma:emma>
    </inkml:annotationXML>
    <inkml:traceGroup>
      <inkml:annotationXML>
        <emma:emma xmlns:emma="http://www.w3.org/2003/04/emma" version="1.0">
          <emma:interpretation id="{9580ADA1-454E-470C-B9CB-D6EC73426776}" emma:medium="tactile" emma:mode="ink">
            <msink:context xmlns:msink="http://schemas.microsoft.com/ink/2010/main" type="paragraph" rotatedBoundingBox="9308,14148 24145,15113 23908,18750 9071,17786" alignmentLevel="1"/>
          </emma:interpretation>
        </emma:emma>
      </inkml:annotationXML>
      <inkml:traceGroup>
        <inkml:annotationXML>
          <emma:emma xmlns:emma="http://www.w3.org/2003/04/emma" version="1.0">
            <emma:interpretation id="{6A1D6B3A-3A8A-419F-A96D-1EF1D4174A88}" emma:medium="tactile" emma:mode="ink">
              <msink:context xmlns:msink="http://schemas.microsoft.com/ink/2010/main" type="inkBullet" rotatedBoundingBox="17619,15758 18300,15803 18242,16685 17562,16641"/>
            </emma:interpretation>
            <emma:one-of disjunction-type="recognition" id="oneOf0">
              <emma:interpretation id="interp0" emma:lang="en-GB" emma:confidence="0">
                <emma:literal>8</emma:literal>
              </emma:interpretation>
              <emma:interpretation id="interp1" emma:lang="en-GB" emma:confidence="0">
                <emma:literal>&amp;</emma:literal>
              </emma:interpretation>
              <emma:interpretation id="interp2" emma:lang="en-GB" emma:confidence="0">
                <emma:literal>R</emma:literal>
              </emma:interpretation>
              <emma:interpretation id="interp3" emma:lang="en-GB" emma:confidence="0">
                <emma:literal>9</emma:literal>
              </emma:interpretation>
              <emma:interpretation id="interp4" emma:lang="en-GB" emma:confidence="0">
                <emma:literal>r</emma:literal>
              </emma:interpretation>
            </emma:one-of>
          </emma:emma>
        </inkml:annotationXML>
        <inkml:trace contextRef="#ctx0" brushRef="#br0">11250-358 48 0,'2'-25'37'0,"-1"1"-5"16,-1 24-4-16,10-28-3 15,-10 28-3-15,22-10-5 16,-5 20-4-16,-2 6-4 0,5 16-4 16,-1 10-4-16,-3 8-1 15,0 12 0 1,-6 7 0-16,-9 1 0 15,-2 2 0-15,-9-2 0 16,-7-5 0-16,-7-8-1 16,-3-9 1-16,-3-7 0 15,-3-21 0-15,-1-14 0 16,-3-17-1-16,4-18 1 16,-2-13 0-16,4-16 0 15,3-11-1-15,6-8 1 0,5 1 0 16,7 2-1-16,10 4 1 15,9 5 0-15,7 4 0 16,10 11 1-16,5 10-1 0,5 8 1 16,2 9-1-16,4 10 1 15,0 8-1 1,3 6 1-16,1 9-1 16,1 2 0-16,-1 0 0 0,1-1 1 15,-1-6-1-15,-4-3-1 16,-5-10-10-16,-1-1-18 15,-10-6-10-15,-8-5-6 16,-3 2-3-16,-8-6-2 16,1 6 36-16</inkml:trace>
      </inkml:traceGroup>
      <inkml:traceGroup>
        <inkml:annotationXML>
          <emma:emma xmlns:emma="http://www.w3.org/2003/04/emma" version="1.0">
            <emma:interpretation id="{C7AD07FE-2395-4EB9-8BFA-346CBDEBDC31}" emma:medium="tactile" emma:mode="ink">
              <msink:context xmlns:msink="http://schemas.microsoft.com/ink/2010/main" type="line" rotatedBoundingBox="9308,14148 24145,15113 23985,17569 9148,16604"/>
            </emma:interpretation>
          </emma:emma>
        </inkml:annotationXML>
        <inkml:traceGroup>
          <inkml:annotationXML>
            <emma:emma xmlns:emma="http://www.w3.org/2003/04/emma" version="1.0">
              <emma:interpretation id="{CB30E340-EE00-42F7-953C-E8CF65FEB665}" emma:medium="tactile" emma:mode="ink">
                <msink:context xmlns:msink="http://schemas.microsoft.com/ink/2010/main" type="inkWord" rotatedBoundingBox="9185,14632 13409,14416 13456,15325 9231,15541"/>
              </emma:interpretation>
              <emma:one-of disjunction-type="recognition" id="oneOf1">
                <emma:interpretation id="interp5" emma:lang="en-GB" emma:confidence="0">
                  <emma:literal>romantic</emma:literal>
                </emma:interpretation>
                <emma:interpretation id="interp6" emma:lang="en-GB" emma:confidence="0">
                  <emma:literal>moronic</emma:literal>
                </emma:interpretation>
                <emma:interpretation id="interp7" emma:lang="en-GB" emma:confidence="0">
                  <emma:literal>notornis</emma:literal>
                </emma:interpretation>
                <emma:interpretation id="interp8" emma:lang="en-GB" emma:confidence="0">
                  <emma:literal>nomadic</emma:literal>
                </emma:interpretation>
                <emma:interpretation id="interp9" emma:lang="en-GB" emma:confidence="0">
                  <emma:literal>sonic</emma:literal>
                </emma:interpretation>
              </emma:one-of>
            </emma:emma>
          </inkml:annotationXML>
          <inkml:trace contextRef="#ctx0" brushRef="#br0" timeOffset="-46145.8635">2642-942 32 0,'0'-20'36'16,"7"0"-6"-16,8-3-4 15,0-7-1-15,13 3-2 0,-2-5-4 16,9 7-5-16,-3 0-3 16,3 13-1-1,-5 9-4-15,0 10-3 16,-5 13-3-16,-1 8 0 0,-1 4 0 15,-1 3 0-15,3 0 1 16,4-5-2-16,1-5 1 16,3-11-1-16,3-11 1 15,-1-10 0-15,-2-10-1 16,1-8 2-16,-7-5-2 16,-4-1 1-16,-4 0 0 15,-6 3 1-15,-3 8-11 0,-6 3-18 16,-4 17-15-1,0 0-5-15,0 0-1 16,25 15-2-16,-9-1 47 16</inkml:trace>
          <inkml:trace contextRef="#ctx0" brushRef="#br0" timeOffset="-44957.0512">4228-1502 99 0,'-5'-20'31'0,"5"20"-1"16,-17-22-4-16,17 22-4 15,-35-1-5-15,12 12-7 16,-8 9-10-16,-2 10 1 15,-4 14-1-15,5 6 0 16,0 9 0-16,9 6 0 16,8 0 0-16,10-1-1 15,11-8 0-15,15-9 0 16,12-12 1-16,6-13-1 16,9-14 1-16,4-13-1 0,4-11 1 15,-4-14 1-15,-2-12-1 16,-7-10 0-16,-7-10 0 31,-11-3 1-31,-15 0-1 0,-10 3 0 16,-13 12-7-16,-13 6-12 15,-2 17-9-15,-6 11-8 16,2 12-2-16,7 13 0 16,10 6-2-16,9 3 14 15</inkml:trace>
          <inkml:trace contextRef="#ctx0" brushRef="#br0" timeOffset="-44514.2623">4595-1841 108 0,'-18'40'40'16,"15"0"-2"-16,-9 12-19 16,7 21-5-16,-7 8-2 15,4 7-8-15,1 6-4 16,0-6 0-16,2-2 0 15,4-11-1-15,2-10-7 0,1-20-15 16,6-11-12-16,1-16-4 16,-9-18 0-16,21 5-2 15,-21-5 1-15</inkml:trace>
          <inkml:trace contextRef="#ctx0" brushRef="#br0" timeOffset="-43914.5268">4599-1163 26 0,'0'0'19'16,"16"-30"0"-16,0 7-9 0,5-2 2 16,-2-5 4-16,6 5 4 15,-8-5 1-15,6 11 0 16,-11-1-1-16,3 17-2 15,-15 3-4-15,13 20-4 16,-11 7-3-16,1 6-5 16,-1 7-2-16,1 2 0 15,1 1 1-15,-1-4-2 16,4-2-8-16,-4-11-18 16,4-5-11-16,-7-21-4 15,0 0-6-15,18 11-2 16,-18-11 30-16</inkml:trace>
          <inkml:trace contextRef="#ctx0" brushRef="#br0" timeOffset="-43249.2797">4927-1126 61 0,'0'0'38'0,"0"0"-12"16,0 0-5-16,7-35-1 16,10 13-3-16,0-11-2 15,3 3-4-15,0-7-1 16,5 9-2-16,-5-2-2 15,4 6-3-15,-3 6-3 0,-1 9 1 16,-3 9-1-16,-2 7 0 16,-3 10 0-16,0 6 0 15,-4 7 0-15,1 4 0 16,-4 3-1-16,1-1 2 16,-2 1-1-16,1-3 0 15,-2-4 0-15,0-4-1 16,-1-4 1-16,-2-5-12 0,5-2-13 15,-5-15-12-15,0 0-4 16,0 0-8-16,0 0 0 16,24 2 27-16</inkml:trace>
          <inkml:trace contextRef="#ctx0" brushRef="#br0" timeOffset="-42858.6331">5259-1129 20 0,'12'-42'32'15,"5"15"-1"-15,0-4-14 16,-1-8 4-16,6 2 0 16,-3-1 0-16,2 9-2 15,-6 4-1-15,2 12-3 0,-17 13-3 16,22 2-5-16,-15 18-6 16,-4 12-1-16,-3 4 0 15,0 6 0-15,0 0-1 16,0 0 1-16,0-6-1 15,3-5 0-15,1-5-14 16,-1-11-13-16,-3-15-9 16,0 0-5-16,15 5-4 15,-15-5-2-15,10-23 33 16</inkml:trace>
          <inkml:trace contextRef="#ctx0" brushRef="#br0" timeOffset="-42467.9895">5482-1209 63 0,'14'-29'40'16,"2"-9"-10"-16,11 6-12 16,-5-8-1-16,5 10 0 15,-10 0-1-15,1 11-1 0,-18 19-3 16,20-11-6 0,-20 11-6-16,10 38 0 15,-10-4 1-15,2 6-1 16,0 3-1-16,-1 2 1 0,3 0 1 15,-3-4-1-15,3-5 0 16,-3-7-9-16,8-4-15 16,-6-8-13-16,-3-17 0 15,0 0-3-15,19 6 1 16,-19-6-3-16</inkml:trace>
          <inkml:trace contextRef="#ctx0" brushRef="#br0" timeOffset="-42217.9752">5990-1408 134 0,'5'21'39'15,"-5"-2"1"-15,4 13-21 16,-4 3-16-16,1 7-3 15,3-2 1-15,-3 0-2 16,3-5 1-16,-1-7-7 16,7-1-14-16,-5-12-13 15,-5-15-3-15,17 8-4 16,-17-8-6-16,15-20 0 16</inkml:trace>
          <inkml:trace contextRef="#ctx0" brushRef="#br0" timeOffset="-42027.3218">6007-1517 111 0,'0'0'48'0,"3"-22"-8"16,-3 22-34-16,21-6-26 15,-21 6-14-15,25 3-10 16,-7 4-3-16,-1 3-1 0,5 6 37 15</inkml:trace>
          <inkml:trace contextRef="#ctx0" brushRef="#br0" timeOffset="-41649.1592">6616-1470 141 0,'-27'-4'46'15,"-8"18"-14"-15,-11 1-21 16,5 12-4-16,0 6-7 15,4 7 0-15,11 4 0 16,10 3 0-16,16-2 0 16,17-4 0-16,20-2-1 0,15-7 1 15,19-4-21-15,2-8-23 16,1-15-4-16,2-1-2 16,-14-18-2-16,0 2 32 15</inkml:trace>
        </inkml:traceGroup>
        <inkml:traceGroup>
          <inkml:annotationXML>
            <emma:emma xmlns:emma="http://www.w3.org/2003/04/emma" version="1.0">
              <emma:interpretation id="{A7D1B168-D8A2-4C52-A303-69417854A924}" emma:medium="tactile" emma:mode="ink">
                <msink:context xmlns:msink="http://schemas.microsoft.com/ink/2010/main" type="inkWord" rotatedBoundingBox="15755,15166 23991,14742 24100,16861 15864,17285"/>
              </emma:interpretation>
              <emma:one-of disjunction-type="recognition" id="oneOf2">
                <emma:interpretation id="interp10" emma:lang="en-GB" emma:confidence="0">
                  <emma:literal>Ileitis.)</emma:literal>
                </emma:interpretation>
                <emma:interpretation id="interp11" emma:lang="en-GB" emma:confidence="0">
                  <emma:literal>Intl-terrines.)</emma:literal>
                </emma:interpretation>
                <emma:interpretation id="interp12" emma:lang="en-GB" emma:confidence="0">
                  <emma:literal>Intl-terrine.)</emma:literal>
                </emma:interpretation>
                <emma:interpretation id="interp13" emma:lang="en-GB" emma:confidence="0">
                  <emma:literal>Intl-terries.)</emma:literal>
                </emma:interpretation>
                <emma:interpretation id="interp14" emma:lang="en-GB" emma:confidence="0">
                  <emma:literal>Intel-terries.)</emma:literal>
                </emma:interpretation>
              </emma:one-of>
            </emma:emma>
          </inkml:annotationXML>
          <inkml:trace contextRef="#ctx0" brushRef="#br0" timeOffset="625.0345">12162-880 139 0,'-3'28'39'0,"-2"8"-7"15,-5 12-42-15,0 9-22 16,-5 5-15-16,1 5-1 16,-3 0-2-16,6 1 28 15</inkml:trace>
          <inkml:trace contextRef="#ctx0" brushRef="#br0" timeOffset="421.9392">12025-706 112 0,'0'0'46'15,"18"12"-10"-15,-1-12-25 16,8 3-3-16,0-1-2 16,0-4-13-16,6 5-16 15,-5-1-12-15,1 0-3 16,-5-6-1-16,-5 3-1 16,-17 1 4-16</inkml:trace>
          <inkml:trace contextRef="#ctx0" brushRef="#br0" timeOffset="1287.0617">12531-37 79 0,'32'-5'39'0,"3"-7"-7"16,9-6-21-16,9-4-1 0,-1-10 0 16,7-1 2-16,-10-9-2 15,-2 2 0 1,-16-5 0-16,-9 3 0 15,-18 0-5-15,-14 7-2 0,-14 6-2 16,-13 8 0-16,-13 11-1 16,-10 11-1-16,-11 14 1 15,-4 15 0-15,-8 16 0 16,3 9 0-16,8 10 0 16,10 9 0-16,17 1 0 15,18-2-1-15,23-2 1 16,25-10 0-16,24-12 0 15,20-12 0-15,11-16 0 16,9-14 0-16,2-10-1 0,-3-12-11 16,0-4-16-16,-14-11-9 15,-9 2-1-15,-16-6-2 0,-10 1-2 16,-11 3 0-16</inkml:trace>
          <inkml:trace contextRef="#ctx0" brushRef="#br0" timeOffset="1912.0945">13279-1188 135 0,'0'0'39'0,"-5"20"-1"16,1 4-16-16,-2 3-17 15,1 4-3-15,0 1-2 16,0-2-1-16,3-1-6 16,-1-6-13-16,6-1-11 15,-3-22-6-15,5 17-1 0,-5-17 0 16,0 0-2-16</inkml:trace>
          <inkml:trace contextRef="#ctx0" brushRef="#br0" timeOffset="2099.6056">13200-1397 103 0,'8'-16'35'16,"-8"16"-2"-16,0 0-18 15,26 8-28-15,-26-8-11 16,23 22-5-16,-11-7-5 0,-12-15-2 15,27 30 0-15</inkml:trace>
          <inkml:trace contextRef="#ctx0" brushRef="#br0" timeOffset="2537.1277">13591-1378 120 0,'0'20'38'0,"0"10"0"15,-7 3-18-15,4 13-5 16,-6 0-6-16,3 6-9 16,1-2 0-16,-2-5 0 15,5-6 0-15,0-9 0 16,6-12 0-16,-4-18 0 16,20 0 0-16,-5-18 1 15,3-7 0-15,3-7-1 0,0-5 0 16,1-1 1-16,3-1-1 15,0 3 1 1,-3 9-3-16,-3 0-14 16,3 10-9-16,-7 6-11 0,-15 11-7 15,23-4-4-15,-23 4-1 16,0 0 22-16</inkml:trace>
          <inkml:trace contextRef="#ctx0" brushRef="#br0" timeOffset="2771.514">13763-1104 120 0,'2'25'46'16,"-2"-25"-7"-16,10 30-24 15,-1-10-11-15,-3-3-16 16,8 1-18-16,-14-18-11 16,18 24-5-16,-18-24-1 15,0 0 0-15</inkml:trace>
          <inkml:trace contextRef="#ctx0" brushRef="#br0" timeOffset="2990.2812">14018-1104 147 0,'0'0'47'15,"0"0"-10"-15,0 0-55 16,15-13-21-16,-15 13-1 15,0 0-2-15,15-4-2 16,-15 4-1-16</inkml:trace>
          <inkml:trace contextRef="#ctx0" brushRef="#br0" timeOffset="4324.6634">14337-1236 108 0,'0'0'40'16,"0"0"-8"-16,12 17-10 0,-2-1-3 16,-4 1-6-16,8 6-5 15,-4 3-7-15,0 2-2 16,-2-3 1-16,1-2-1 16,-4-4 1-16,0-4 0 15,-5-15-1-15,3 15 1 16,-3-15 0-16,0 0 0 15,-2-23 1-15,6 4-1 16,1-1 0-16,3-7 1 0,6-1-1 16,2 1 0-1,6 2 0-15,3 2 1 16,2 6-2-16,3 0-5 16,7 11-14-16,-3-1-10 0,3 7-6 15,-6 0-1-15,0 2-1 16,-8 1-1-16,-8 0 4 15</inkml:trace>
          <inkml:trace contextRef="#ctx0" brushRef="#br0" timeOffset="5756.2832">9210-460 119 0,'23'11'39'15,"-3"-1"-9"-15,4-5-9 16,13 0-4-16,1-3-8 0,6-4-9 16,3-4 0-16,1-8 0 15,-6-1 0-15,-2-6 0 16,-11-6 0-16,-6-3 0 15,-13-5 0-15,-13-2 0 16,-12-2 0-16,-12-1 0 16,-10-2 1-16,-8 2-1 15,-2 2 0-15,2 1 0 16,1 2 0-16,11 3-1 16,9-1 2-16,12 1 0 15,16 2-1-15,13 2 0 16,14 2 0-16,15 1 1 0,11 4-2 15,10 2 2-15,7 6-1 16,6 6 0-16,0 4-1 16,-2 10 1-16,-11 9 0 15,-12 11-1-15,-15 8 1 16,-16 12-1-16,-18 6 0 16,-17 11 1-16,-14 13-1 15,-11 5 0-15,-1 0 1 16,2-4-1-16,5 1-11 15,5-14-10-15,15-5-13 16,8-13-3-16,14-15 0 16,8-15-1-16,9-9-2 15</inkml:trace>
          <inkml:trace contextRef="#ctx0" brushRef="#br0" timeOffset="6725.0732">9297 6 155 0,'77'-3'40'16,"27"-7"-6"-16,25 0-31 16,20 3-3-16,7-3 0 15,2 2 0-15,-7-2-1 16,-14 3 1-16,-16 4 0 16,-26 4-4-16,-24 3-20 15,-24 2-14-15,-24 3-2 16,-23-9-2-16,-17 26-7 15,-23-11 16-15</inkml:trace>
          <inkml:trace contextRef="#ctx0" brushRef="#br0" timeOffset="4605.9321">14407-1450 149 0,'32'-10'39'0,"-5"10"-14"16,6 2-41-16,8 3-21 15,-1 0-2-15,-2 0-2 16,-6 0-1-16</inkml:trace>
          <inkml:trace contextRef="#ctx0" brushRef="#br0" timeOffset="7115.721">9704 356 92 0,'30'-15'49'0,"11"3"-2"16,6 12-22-16,-1 3-17 15,1 12-1-15,-6 5-1 16,-11 14-7-16,-10 4 1 16,-15 7-1-16,-12 4 0 15,-15-1 0-15,-9-6 1 0,-6-7-2 16,-7-8 2-16,1-14 1 15,-3-9-2-15,8-9 1 16,4-7 1 0,7-5-1-16,9-1 1 0,8 3-1 15,10 15 1-15,13-15-1 16,7 18 0-16,14 4 0 16,10 3 0-16,6 1 0 15,10 0-1-15,1-8-14 16,6 0-20-16,-4-6-3 15,1-7-3-15,-5-7 0 16,-7-8-3-16</inkml:trace>
          <inkml:trace contextRef="#ctx0" brushRef="#br0" timeOffset="6006.2894">10269-626 97 0,'0'29'36'16,"-1"6"-2"-16,-3 3-12 0,4 7-24 15,-3-5-13-15,6-1-10 16,1-4-11 0,-1-10-1-16,0-7-1 15,-3-18 3-15</inkml:trace>
          <inkml:trace contextRef="#ctx0" brushRef="#br0" timeOffset="6412.566">10358-746 78 0,'20'-5'40'0,"-1"5"0"16,4 8-20-16,-8 0-4 0,0 9-1 15,-8 3-4-15,-4 4-5 16,-8-3-3-16,-5 4-2 16,-3-1-1-16,-4-6 0 15,0-1 0-15,2-5 1 16,15-12-2-16,-22 15 1 16,22-15 1-16,0 16-1 15,0-16 0-15,22 26 0 16,-7-11 0-16,4 3 0 15,3 4 0-15,-1-4 0 16,-2 2 0-16,-2-3-4 16,1 1-18-16,-18-18-14 15,22 25-1-15,-22-25-3 0,1 22 0 16,-1-22-1-16</inkml:trace>
          <inkml:trace contextRef="#ctx0" brushRef="#br0" timeOffset="9681.4207">11134-1082 107 0,'-31'50'47'0,"-6"27"-9"0,3 35-20 15,1 22-5-15,6 24-4 16,8 18-8 0,13 6-1-16,14 0 1 15,14-16-15-15,16-22-20 0,9-29-5 16,5-31-1-16,5-27-4 16,-3-32 1-16</inkml:trace>
          <inkml:trace contextRef="#ctx0" brushRef="#br0" timeOffset="7537.6183">14015-215 158 0,'17'4'41'0,"3"2"-3"16,-3 3-38-16,6-7-20 0,7 3-14 16,-5-7-3-1,0 0-3-15,-4-5 0 16,-5-3 0-16</inkml:trace>
          <inkml:trace contextRef="#ctx0" brushRef="#br0" timeOffset="7709.4989">14193-434 165 0,'-4'27'39'0,"-1"8"-2"16,4 7-37-16,-3 12-8 16,-3-1-20-16,6 1-14 15,4-1-6-15,1-9-2 16,9-1-1-16,4-11 38 15</inkml:trace>
          <inkml:trace contextRef="#ctx0" brushRef="#br0" timeOffset="8381.4088">15073-266 142 0,'35'-2'47'0,"7"-5"0"16,3 1-41 0,14-9-6-16,6-7-1 0,2-10 1 15,-1-5-8-15,-9-13-10 16,0-5-3-16,-15-14-4 15,-4 1 5-15,-13-6 10 16,-9 6 10-16,-5 9 1 16,-9 4 7-16,1 22 9 15,-8 9 5-15,5 24 2 16,-8 20-4-16,8 17-10 16,0 17-10-16,0 11 1 0,0 15-1 15,0 4 0 1,2 6 0-16,1-3-1 15,2-5 1-15,-2-9-9 16,6-6-22-16,-6-13-13 0,0-19-4 16,6-8-1-16,-9-27 0 15</inkml:trace>
          <inkml:trace contextRef="#ctx0" brushRef="#br0" timeOffset="8053.2692">15189-781 152 0,'11'38'48'0,"-4"4"-6"15,3 16-41-15,-2 19-2 16,-3 7 1-16,1 3 0 16,-5 0-2-16,3 1-15 15,-8-12-14-15,1-14-9 16,-1-12-7-16,-7-20-1 16,1-12-1-16</inkml:trace>
          <inkml:trace contextRef="#ctx0" brushRef="#br0" timeOffset="8568.9175">15829-109 127 0,'0'0'49'16,"18"0"-3"-16,-18 0-29 15,17-5-17-15,-17 5-8 16,22-2-16-16,-22 2-13 16,30-8-1-16,-13-1-1 0,6-2-1 15,6-3-1-15</inkml:trace>
          <inkml:trace contextRef="#ctx0" brushRef="#br0" timeOffset="8772.0546">16421-592 167 0,'-32'-5'40'15,"-8"11"-2"-15,0 11-38 16,-2 20-1-16,3 5 1 15,7 8-1-15,10 3 1 0,14 1-1 16,11-4-19-16,23-3-16 16,10-9-2-16,11-6-2 15,4-7 0-15,6-7 0 16</inkml:trace>
          <inkml:trace contextRef="#ctx0" brushRef="#br0" timeOffset="8928.3125">16651-94 148 0,'0'0'40'0,"0"0"-2"16,0 0-25-16,0 0-13 15,0 0-7-15,0 0-20 16,0 0-10-16,18 8-1 0,-18-8-2 16,17-25-1-16,-7 5-1 15</inkml:trace>
          <inkml:trace contextRef="#ctx0" brushRef="#br0" timeOffset="9147.0727">17061-927 163 0,'59'30'41'0,"8"20"-2"15,0 19-39-15,4 23 0 16,-8 17-1-16,-12 13 1 15,-21 11-1-15,-17 6-2 0,-13 3-27 16,-18-8-12-16,-19-10-7 16,-8-11-3-16,-22-21 0 15,-12-10 40-15</inkml:trace>
        </inkml:traceGroup>
      </inkml:traceGroup>
      <inkml:traceGroup>
        <inkml:annotationXML>
          <emma:emma xmlns:emma="http://www.w3.org/2003/04/emma" version="1.0">
            <emma:interpretation id="{21C19E19-EECB-4179-95DA-12541B86B02A}" emma:medium="tactile" emma:mode="ink">
              <msink:context xmlns:msink="http://schemas.microsoft.com/ink/2010/main" type="line" rotatedBoundingBox="10313,17860 10780,16781 11346,17026 10880,18105"/>
            </emma:interpretation>
          </emma:emma>
        </inkml:annotationXML>
        <inkml:traceGroup>
          <inkml:annotationXML>
            <emma:emma xmlns:emma="http://www.w3.org/2003/04/emma" version="1.0">
              <emma:interpretation id="{1B052FB6-AA7E-4E49-ADBA-1636D182770F}" emma:medium="tactile" emma:mode="ink">
                <msink:context xmlns:msink="http://schemas.microsoft.com/ink/2010/main" type="inkWord" rotatedBoundingBox="10313,17860 10780,16781 11346,17026 10880,18105"/>
              </emma:interpretation>
              <emma:one-of disjunction-type="recognition" id="oneOf3">
                <emma:interpretation id="interp15" emma:lang="en-GB" emma:confidence="0">
                  <emma:literal>5</emma:literal>
                </emma:interpretation>
                <emma:interpretation id="interp16" emma:lang="en-GB" emma:confidence="0">
                  <emma:literal>;</emma:literal>
                </emma:interpretation>
                <emma:interpretation id="interp17" emma:lang="en-GB" emma:confidence="0">
                  <emma:literal>:</emma:literal>
                </emma:interpretation>
                <emma:interpretation id="interp18" emma:lang="en-GB" emma:confidence="0">
                  <emma:literal>=</emma:literal>
                </emma:interpretation>
                <emma:interpretation id="interp19" emma:lang="en-GB" emma:confidence="0">
                  <emma:literal>F</emma:literal>
                </emma:interpretation>
              </emma:one-of>
            </emma:emma>
          </inkml:annotationXML>
          <inkml:trace contextRef="#ctx0" brushRef="#br0" timeOffset="-52225.8443">4166 489 61 0,'17'-1'29'15,"5"-3"-6"-15,8 3-15 16,5-1-7-16,4 2 3 16,-1 5 9-16,-9-2 0 0,-2 7 0 15,-27-10 1-15,8 25-2 16,-25-13 3-16,-3 8-3 15,-14-5-2 1,1 0-29-16,3-3-18 0,5-4-11 16,3-8-2-16,22 0-1 15,-14-20 29-15</inkml:trace>
          <inkml:trace contextRef="#ctx0" brushRef="#br0" timeOffset="-49578.2052">3747 1496 123 0,'-5'-29'48'15,"15"3"-5"-15,5-13-38 16,9 1-3-16,4-4 0 15,2 3 0-15,-1 11 1 16,-1 8-2-16,-4 17 1 16,-6 13-2-16,-3 11 0 0,-5 8 0 15,0 1 1-15,2 0 0 16,0-8-1-16,5-11 1 16,4-14-1-16,5-15 0 15,2-17 0-15,4-6-1 16,1-5 0-16,-1 4 0 15,0 3 1-15,-5 9-1 16,-2 14 2-16,-3 11-3 0,1 18 2 16,-1 4 0-1,2 8-1-15,-3-3-12 16,10 4-21-16,-1-4-12 16,-5-10-3-16,0-4-1 0,-25-8 15 15</inkml:trace>
        </inkml:traceGroup>
      </inkml:traceGroup>
    </inkml:traceGroup>
  </inkml:traceGroup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740" units="cm"/>
          <inkml:channel name="Y" type="integer" max="14520" units="cm"/>
          <inkml:channel name="F" type="integer" max="25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3-12T09:30:22.195"/>
    </inkml:context>
    <inkml:brush xml:id="br0">
      <inkml:brushProperty name="width" value="0.07" units="cm"/>
      <inkml:brushProperty name="height" value="0.07" units="cm"/>
      <inkml:brushProperty name="color" value="#3165BB"/>
      <inkml:brushProperty name="fitToCurve" value="1"/>
    </inkml:brush>
    <inkml:brush xml:id="br1">
      <inkml:brushProperty name="width" value="0.07" units="cm"/>
      <inkml:brushProperty name="height" value="0.0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51C977AC-7918-4A4B-AC37-9DB72D473F1C}" emma:medium="tactile" emma:mode="ink">
          <msink:context xmlns:msink="http://schemas.microsoft.com/ink/2010/main" type="writingRegion" rotatedBoundingBox="18467,16577 22298,16461 22323,17262 18491,17378"/>
        </emma:interpretation>
      </emma:emma>
    </inkml:annotationXML>
    <inkml:traceGroup>
      <inkml:annotationXML>
        <emma:emma xmlns:emma="http://www.w3.org/2003/04/emma" version="1.0">
          <emma:interpretation id="{463A17EB-B705-47B9-9DB0-1CEEDCF383D6}" emma:medium="tactile" emma:mode="ink">
            <msink:context xmlns:msink="http://schemas.microsoft.com/ink/2010/main" type="paragraph" rotatedBoundingBox="18467,16577 22298,16461 22323,17262 18491,17378" alignmentLevel="1"/>
          </emma:interpretation>
        </emma:emma>
      </inkml:annotationXML>
      <inkml:traceGroup>
        <inkml:annotationXML>
          <emma:emma xmlns:emma="http://www.w3.org/2003/04/emma" version="1.0">
            <emma:interpretation id="{91910447-AFF9-4D94-932E-2EE478EAA4AD}" emma:medium="tactile" emma:mode="ink">
              <msink:context xmlns:msink="http://schemas.microsoft.com/ink/2010/main" type="line" rotatedBoundingBox="18467,16577 22298,16461 22323,17262 18491,17378"/>
            </emma:interpretation>
          </emma:emma>
        </inkml:annotationXML>
        <inkml:traceGroup>
          <inkml:annotationXML>
            <emma:emma xmlns:emma="http://www.w3.org/2003/04/emma" version="1.0">
              <emma:interpretation id="{CA271F62-8CA0-4484-BD33-6EE76799D1AF}" emma:medium="tactile" emma:mode="ink">
                <msink:context xmlns:msink="http://schemas.microsoft.com/ink/2010/main" type="inkWord" rotatedBoundingBox="18469,16658 19856,16616 19872,17149 18486,17191"/>
              </emma:interpretation>
              <emma:one-of disjunction-type="recognition" id="oneOf0">
                <emma:interpretation id="interp0" emma:lang="en-GB" emma:confidence="0">
                  <emma:literal>in</emma:literal>
                </emma:interpretation>
                <emma:interpretation id="interp1" emma:lang="en-GB" emma:confidence="0">
                  <emma:literal>Lin</emma:literal>
                </emma:interpretation>
                <emma:interpretation id="interp2" emma:lang="en-GB" emma:confidence="0">
                  <emma:literal>win</emma:literal>
                </emma:interpretation>
                <emma:interpretation id="interp3" emma:lang="en-GB" emma:confidence="0">
                  <emma:literal>kin</emma:literal>
                </emma:interpretation>
                <emma:interpretation id="interp4" emma:lang="en-GB" emma:confidence="0">
                  <emma:literal>inn</emma:literal>
                </emma:interpretation>
              </emma:one-of>
            </emma:emma>
          </inkml:annotationXML>
          <inkml:trace contextRef="#ctx0" brushRef="#br0">239 2016 141 0,'-10'30'52'0,"-5"10"-5"16,0 14-36-16,-3 6-11 0,-2 0-2 15,-1 4 1-15,0-16-16 16,14-1-11-16,2-15-11 16,5-32-8-1,22 13-3-15,-2-28-2 0,8-15 38 16</inkml:trace>
          <inkml:trace contextRef="#ctx0" brushRef="#br0" timeOffset="171.8707">370 2180 163 0,'-22'45'51'16,"-6"3"-14"-16,3 6-37 15,0 3-1-15,1-12-15 0,11 2-14 16,6-17-13-16,7-30-7 16,20 5-2-1,9-34 0-15,13-11 46 16</inkml:trace>
          <inkml:trace contextRef="#ctx0" brushRef="#br0" timeOffset="328.1282">625 2220 165 0,'-34'52'51'0,"-4"-4"-18"16,-1 2-37-16,13 2-24 15,2-5-19-15,2-15-6 16,14-5 0-16,8-27-2 0,2 16 47 15</inkml:trace>
          <inkml:trace contextRef="#ctx0" brushRef="#br1" timeOffset="3487.8514">820 2362 61 0,'0'0'38'0,"0"0"-5"16,0 0-6-16,6-20-1 16,1 2-7-16,13 4-4 15,-2-7-3-15,13-1-3 16,-1 0-5-16,7-1-2 15,1 11-3-15,4 5 1 16,-2 9 0-16,1 5 1 16,-4 8-1-16,-2 5-1 15,-3 3 1-15,-4 1-1 16,-4-8 1-16,-4-4 0 16,-2-7 0-16,-3-7 1 15,-15 2-2-15,27-25 2 16,-13 2-2-16,-4-11-15 0,8 6-20 15,-3 1-3 1,4 4 0-16,1 3-4 16,3 8 0-16</inkml:trace>
        </inkml:traceGroup>
        <inkml:traceGroup>
          <inkml:annotationXML>
            <emma:emma xmlns:emma="http://www.w3.org/2003/04/emma" version="1.0">
              <emma:interpretation id="{2188A7AB-4148-433C-9938-18832683F040}" emma:medium="tactile" emma:mode="ink">
                <msink:context xmlns:msink="http://schemas.microsoft.com/ink/2010/main" type="inkWord" rotatedBoundingBox="20162,16526 22298,16461 22323,17262 20186,17326"/>
              </emma:interpretation>
              <emma:one-of disjunction-type="recognition" id="oneOf1">
                <emma:interpretation id="interp5" emma:lang="en-GB" emma:confidence="0">
                  <emma:literal>G</emma:literal>
                </emma:interpretation>
                <emma:interpretation id="interp6" emma:lang="en-GB" emma:confidence="0">
                  <emma:literal>€</emma:literal>
                </emma:interpretation>
                <emma:interpretation id="interp7" emma:lang="en-GB" emma:confidence="0">
                  <emma:literal>°</emma:literal>
                </emma:interpretation>
                <emma:interpretation id="interp8" emma:lang="en-GB" emma:confidence="0">
                  <emma:literal>¥</emma:literal>
                </emma:interpretation>
                <emma:interpretation id="interp9" emma:lang="en-GB" emma:confidence="0">
                  <emma:literal>4</emma:literal>
                </emma:interpretation>
              </emma:one-of>
            </emma:emma>
          </inkml:annotationXML>
          <inkml:trace contextRef="#ctx0" brushRef="#br1" timeOffset="4050.3773">2255 1947 155 0,'-12'-30'40'0,"-5"15"-8"16,-10-3-20-16,-3 11-6 15,-3 9-6-15,-8 8-1 16,-2 13 1-16,-2 11-1 15,-1 11 0-15,1 7 1 16,5 11 0-16,6 6-1 16,9 4 0-16,12 4 0 15,11-1 2-15,14-6-2 0,15-8 1 16,11-11-1-16,18-12 1 16,7-16 0-16,11-13 0 15,3-16 0-15,2-18 0 16,-2-14 0-16,-5-14 1 15,-10-8 0-15,-17-10-1 16,-14-9 1-16,-21-10-1 16,-17 2 1-16,-15 9-1 15,-16 11 1-15,-11 13-14 16,-15 11-16-16,-1 20-14 16,0 23-6-16,1 16-1 15,8 19-1-15,6 2 44 16</inkml:trace>
          <inkml:trace contextRef="#ctx0" brushRef="#br1" timeOffset="4331.6419">2158 1941 117 0,'-17'25'48'0,"-3"13"0"15,-2 12-21-15,-3 7-27 16,-6 3-1-16,3 4-1 16,1-10-16-16,10-4-16 15,6-15-5-15,9-12 0 16,2-23-2-16,18 2-1 15</inkml:trace>
          <inkml:trace contextRef="#ctx0" brushRef="#br1" timeOffset="4722.2868">2260 2085 130 0,'-9'30'41'0,"-6"1"-2"0,-1 15-10 16,-1-1-29-16,-5 5-2 15,0 0 1-15,-3-3-22 16,5 1-16-16,3-4-10 16,2-4-1-16,8-8-2 15,2-12 30-15</inkml:trace>
          <inkml:trace contextRef="#ctx0" brushRef="#br1" timeOffset="4972.2982">2582 2146 152 0,'0'0'46'0,"30"7"-14"16,-13 6-22-1,4 8-8-15,5 5-2 16,-1 4-1-16,3 4 1 16,-3-2-1-16,1-2 1 0,-5-7-1 15,3-6 2-15,-1-7-1 16,-1-12 0-16,2-6 0 16,-3-7 0-16,1-7 2 15,-2-5-3-15,-1-4-8 16,1 4-21-16,-3 2-7 15,-2 6-2-15,-4 3-2 16,5 9-1-16,0 9 0 16</inkml:trace>
          <inkml:trace contextRef="#ctx0" brushRef="#br1" timeOffset="5415.7996">3732 1927 128 0,'-20'-18'48'16,"-9"15"-3"-16,-13 4-25 15,4 19-15-15,-11 17-5 16,-3 12-1-16,-1 11 1 16,1 12-1-16,6 11 1 0,8 1-1 15,13 0 1-15,18-9-2 16,19-10 2-16,18-13-1 16,17-19 1-16,8-14 0 15,14-24 0 1,8-14 0-16,5-16 0 15,-6-12 1-15,-9-15-1 16,-10-9 2-16,-14-8-2 16,-14-6 1-16,-21 3 0 15,-18 2-1-15,-23 11 0 16,-14 10-11-16,-9 21-20 16,-6 15-9-16,-3 16-1 15,3 17-1-15,5 12-1 16</inkml:trace>
          <inkml:trace contextRef="#ctx0" brushRef="#br1" timeOffset="5681.442">3616 2013 169 0,'2'23'42'16,"-16"7"-9"-16,-9 17-34 15,1 8 1-15,-5 4-2 16,1 3 1-16,-1-11-23 16,8-4-14-16,9-13-2 15,10-14-1-15,0-20-2 0,34-9 1 16</inkml:trace>
          <inkml:trace contextRef="#ctx0" brushRef="#br1" timeOffset="5837.6958">3772 2140 147 0,'-18'37'41'16,"-4"9"-2"-16,-3-4-25 15,3 8-15-15,4 0-4 16,-1-8-28-16,7-5-14 15,7-5-3-15,-1-16-2 16,6 5 0-16</inkml:trace>
        </inkml:traceGroup>
      </inkml:traceGroup>
    </inkml:traceGroup>
  </inkml:traceGroup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740" units="cm"/>
          <inkml:channel name="Y" type="integer" max="14520" units="cm"/>
          <inkml:channel name="F" type="integer" max="25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3-12T09:29:39.533"/>
    </inkml:context>
    <inkml:brush xml:id="br0">
      <inkml:brushProperty name="width" value="0.07" units="cm"/>
      <inkml:brushProperty name="height" value="0.07" units="cm"/>
      <inkml:brushProperty name="color" value="#ED1C24"/>
      <inkml:brushProperty name="fitToCurve" value="1"/>
    </inkml:brush>
    <inkml:brush xml:id="br1">
      <inkml:brushProperty name="width" value="0.07" units="cm"/>
      <inkml:brushProperty name="height" value="0.07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4255C876-1579-4B7C-8DC4-CFF8E97ECB62}" emma:medium="tactile" emma:mode="ink">
          <msink:context xmlns:msink="http://schemas.microsoft.com/ink/2010/main" type="writingRegion" rotatedBoundingBox="17880,17966 18620,13719 22154,14335 21414,18582"/>
        </emma:interpretation>
      </emma:emma>
    </inkml:annotationXML>
    <inkml:traceGroup>
      <inkml:annotationXML>
        <emma:emma xmlns:emma="http://www.w3.org/2003/04/emma" version="1.0">
          <emma:interpretation id="{E467CBA8-5218-4B48-98F8-C93FA7A6760C}" emma:medium="tactile" emma:mode="ink">
            <msink:context xmlns:msink="http://schemas.microsoft.com/ink/2010/main" type="paragraph" rotatedBoundingBox="17880,17966 18620,13719 19566,13884 18826,18131" alignmentLevel="1"/>
          </emma:interpretation>
        </emma:emma>
      </inkml:annotationXML>
      <inkml:traceGroup>
        <inkml:annotationXML>
          <emma:emma xmlns:emma="http://www.w3.org/2003/04/emma" version="1.0">
            <emma:interpretation id="{A7F8FDFD-4B38-420B-BA18-ED5FC6CC6266}" emma:medium="tactile" emma:mode="ink">
              <msink:context xmlns:msink="http://schemas.microsoft.com/ink/2010/main" type="line" rotatedBoundingBox="17880,17966 18620,13719 19566,13884 18826,18131"/>
            </emma:interpretation>
          </emma:emma>
        </inkml:annotationXML>
        <inkml:traceGroup>
          <inkml:annotationXML>
            <emma:emma xmlns:emma="http://www.w3.org/2003/04/emma" version="1.0">
              <emma:interpretation id="{1E6DE22A-C526-4265-8EEB-E2B45EE55ECE}" emma:medium="tactile" emma:mode="ink">
                <msink:context xmlns:msink="http://schemas.microsoft.com/ink/2010/main" type="inkWord" rotatedBoundingBox="18248,15852 18620,13719 19510,13874 19138,16007"/>
              </emma:interpretation>
              <emma:one-of disjunction-type="recognition" id="oneOf0">
                <emma:interpretation id="interp0" emma:lang="en-GB" emma:confidence="0">
                  <emma:literal>Iorio</emma:literal>
                </emma:interpretation>
                <emma:interpretation id="interp1" emma:lang="en-GB" emma:confidence="0">
                  <emma:literal>Iorio.</emma:literal>
                </emma:interpretation>
                <emma:interpretation id="interp2" emma:lang="en-GB" emma:confidence="0">
                  <emma:literal>*nolo</emma:literal>
                </emma:interpretation>
                <emma:interpretation id="interp3" emma:lang="en-GB" emma:confidence="0">
                  <emma:literal>*ion</emma:literal>
                </emma:interpretation>
                <emma:interpretation id="interp4" emma:lang="en-GB" emma:confidence="0">
                  <emma:literal>*nolo.</emma:literal>
                </emma:interpretation>
              </emma:one-of>
            </emma:emma>
          </inkml:annotationXML>
          <inkml:trace contextRef="#ctx0" brushRef="#br0">939-699 129 0,'0'0'39'0,"0"0"-9"15,0 28-10-15,-5-8-8 16,-4 12-9-1,1 7-2-15,-4 7 0 0,-1 8-1 16,-6 1 1-16,1 7-1 16,-4 5 0-16,-3 3 0 15,-2 0 0-15,-3 2 0 16,-2 3 0-16,-3-3 0 16,-1 2 0-16,-4-2 0 15,0 0-1-15,1-2 2 16,1-3-1-16,3 3-1 0,-1-3 1 15,5-4 0-15,2-4-1 16,4-4 1 0,3-7 0-16,0-2-1 15,4-3 1-15,-2-6-1 0,3-2 2 16,0-2-1-16,1-1 0 16,-1-2 0-16,0 2-1 15,2-5 2-15,3-2-1 16,0-3 0-16,1-2-1 15,2-4 1-15,9-16-1 16,-10 20 1-16,10-20-1 16,-5 15 0-16,5-15 1 15,0 0 0-15,-8 19-1 0,8-19 1 16,0 0 0 0,0 0-1-16,-15 17 1 15,15-17-1-15,0 0 1 16,0 0-1-16,0 0-9 0,0-20-21 15,0 20-6-15,20-29-3 16,-3 9 0-16,1-10-2 16</inkml:trace>
          <inkml:trace contextRef="#ctx0" brushRef="#br0" timeOffset="-2314.3291">830-462 128 0,'-12'24'44'15,"-5"9"-12"-15,4 19-15 16,-11 10-5-16,-1 15-11 16,-5 15-1-16,-7 11 0 15,-8 9 0-15,-2 9 0 16,-4-1 0-16,3 0-1 16,-1-9 1-16,4-11 0 0,3-11 0 15,5-12 0-15,5-12 0 16,5-10 0-16,4-13 0 0,3-5 0 15,1-7 0-15,4-9 0 16,4-2-1-16,11-19 0 16,-16 8 0-16,16-8-12 15,2-17-17-15,5 1-12 16,1-9-4-16,7 0-2 31,0-12-1-31</inkml:trace>
          <inkml:trace contextRef="#ctx0" brushRef="#br0" timeOffset="-4103.848">504 92 101 0,'0'0'40'0,"-28"-15"-9"16,4 8-8-16,1 7-3 16,-7 0-10-16,-2 3-10 15,-2 4 1-15,1 3 0 16,-1 3-1-16,1 4 1 15,-1 5-1-15,1 3 0 16,1 5 1-16,0 7-2 16,3 1 1-16,6 6 0 15,3 1 1-15,3 5-1 0,9 5-1 16,3 0 1-16,10 0 0 16,10-1-1-16,7-4 1 15,8-1 0-15,7-9-1 16,10-5 0-16,5-13 1 15,10-7-1-15,6-10 0 16,3-12 0-16,3-8 1 16,-1-13-1-16,1-8 1 15,-4-9 0-15,-2-8 0 16,-11-9 0-16,-11-2 1 16,-9-6-1-16,-13 0 0 15,-14 1 1-15,-13 4-1 16,-13 5-1-16,-9 6 1 0,-12 11 0 15,-4 5 0-15,-11 9-7 16,0 11-22-16,-4 9-13 16,-2 1-4-16,6 11-1 15,-2 4-2-15</inkml:trace>
          <inkml:trace contextRef="#ctx0" brushRef="#br0" timeOffset="640.651">855 30 92 0,'0'0'46'0,"-22"-17"-5"16,0 9-17-16,2 8-9 15,-8 1-7-15,-4 6-8 16,-9 5 0-16,-6 4 1 16,-6 5-1-16,-3 5 1 15,1 4-1-15,0 0 1 16,3 9-1-16,3 1 1 0,9 5 0 15,8 2-1-15,7 0 1 16,7 3-1-16,6 2 0 16,7 1-1-16,6-3 1 15,6-3-1-15,7-7 0 16,4-4 0-16,9-8 0 16,5-11 0-16,6-9 0 15,4-16-9-15,10-6-19 16,0-9-10-16,-2-7-7 15,4-5-1-15,-7-9-1 16</inkml:trace>
          <inkml:trace contextRef="#ctx0" brushRef="#br0" timeOffset="-3343.5116">486 108 114 0,'-9'20'47'16,"-6"7"-1"-16,-1 12-23 16,-10 4-22-1,1 7 0-15,-3 4 0 16,1 1 0-16,4-2-1 0,1-2-1 15,5-8 0 1,4-6 0-16,9-5-16 16,1-16-16-16,3-16-8 0,17 4-6 15,-1-21 1-15,11-6 0 16</inkml:trace>
          <inkml:trace contextRef="#ctx0" brushRef="#br0" timeOffset="-3568.3604">315 164 92 0,'0'0'44'0,"-12"20"-7"16,5 3-10-16,-4 4-10 15,1 10-8-15,-4 4-8 16,-3 4-1-16,-1 2 0 15,-2-2 0-15,1-1 1 16,1-6-1-16,1-4-7 16,2-16-14-16,8-3-12 0,7-15-8 15,0 0-4-15,0 0-2 16,26-35 14-16</inkml:trace>
          <inkml:trace contextRef="#ctx0" brushRef="#br0" timeOffset="-2858.6431">721 140 115 0,'8'27'48'0,"-16"3"-3"15,-6 12-20 1,-4 5-24-16,-6 4 0 16,-4 5 0-16,1-5-1 15,-2 0-1-15,6-11 0 0,10-5-22 16,-1-13-11-16,14-22-8 15,0 0-5-15,24-12-1 16,1-13 9-16</inkml:trace>
          <inkml:trace contextRef="#ctx0" brushRef="#br0" timeOffset="-2857.6431">814 237 122 0,'-15'34'47'0,"2"6"-7"16,-2 0-49-16,3 0-31 16,4 0-6-16,-4-7-1 0,7 3-2 15,-5-13 32-15</inkml:trace>
          <inkml:trace contextRef="#ctx0" brushRef="#br0" timeOffset="-578.1507">685-492 135 0,'0'0'44'0,"10"-25"-13"16,11 8-16-16,0-9-8 16,8-5-7-16,6-2 0 15,2-4-1-15,0 4 0 16,-4-2 1-16,-6 10 0 16,-5 1 0-16,-5 11-1 15,-17 13 1-15,0 0-1 16,0 0 0-16,0 0 1 15,-9 30 0-15,1-7-1 16,0 6 0-16,3 3 1 0,3 3 1 16,2 3-1-16,3 1 1 15,1 2-1-15,2-2 0 16,-1 1 0-16,4-2 1 16,-4 1-1-16,1-6 1 15,0-3-1-15,0-5 0 16,-1-3 1-16,-1-3-1 15,-4-19 0-15,1 20 1 16,-1-20-1-16,0 0 2 16,-27-2-2-16,7-6 1 15,-6-6 0-15,-6-2 0 16,-7-1-1-16,1-3 0 16,-4 1 0-16,1 1 0 0,3 0 0 15,4 3-1-15,4 3 1 16,7 2 0-16,4 0 0 15,4 3 0-15,15 7 0 16,-15-15 0-16,15 15 0 16,0 0 0-16,0 0 0 15,0 0-1-15,22 0 1 16,-5 10 0-16,3 3 1 16,6 1-1-16,5 1 0 15,1-2 0-15,1 1 1 16,2-6-1-16,-1-1 0 15,-2-4 0-15,-4 2 0 16,-4-3 0-16,-8-1 0 0,-16-1-1 16,16 2 1-16,-16-2-1 15,-22 0 2-15,0-3-1 16,-7-6 0 0,-4 1 0-16,-6-2 0 0,2-2 0 15,1 1 0-15,0-3 0 16,8 2 0-16,1 2 0 15,10 4-1-15,0-1 1 0,17 7 0 16,-16-10 0 0,16 10 0-16,0 0 0 15,0 0 0-15,0 0-1 16,0-17 1-16,0 17-1 0,18-15 2 16,-3 0-2-16,4-3 0 15,4-4 0-15,4-5 1 16,1-3-1-16,1-2 1 15,-1 2-1-15,-1 0 1 16,-7 5 0-16,-3 7 1 16,-5 1-2-16,-12 17 0 15,0 0 0-15,0 0 1 16,-8 20-1-16,-6 4 0 16,-1 2 0-16,-5 8 0 15,0 1 1-15,0 2 0 16,0-2 1-16,3-7 0 15,3-4 1-15,6-8-1 0,8-16 0 16,0 0 0-16,0 0 0 16,25-21 0-16,-6-3-1 15,4-4 0-15,2-1-1 16,2 1 1-16,-3 4 1 16,-3 4-2-16,-6 9 0 15,-15 11 0-15,0 0 0 16,10 21 1-16,-16 0-1 15,-4 7 0-15,-2-1 0 16,0 3 1-16,0 0 0 16,4-5 1-16,3-5 0 15,0-3 1-15,5-17-1 16,0 15-1-16,0-15 1 0,0 0 0 16,10-17-1-16,-10 17 1 15,10-25-2-15,-10 25 1 16,12-25 1-16,-12 25-1 15,0 0 0-15,23-8 0 16,-23 8 0-16,24 20 1 16,-9-7-1-16,0 2 0 15,2 0 0-15,-2 0 1 16,0-5-1-16,-15-10 0 16,20 14 0-16,-20-14 1 15,0 0-1-15,0 0 0 16,-18-17 0-16,-1 7 0 15,-4-4 0-15,-2 1 1 0,-2 1-1 16,2 1-1-16,3 1 1 16,22 10-14-16,-24-9-19 15,24 9-6 1,0 0 0-16,17-6-1 0,0 4-1 16</inkml:trace>
          <inkml:trace contextRef="#ctx0" brushRef="#br0" timeOffset="1093.8028">756-552 64 0,'0'0'44'16,"3"-27"-8"-16,12 9-10 0,0-7-3 16,7 1-4-1,-5-4-8-15,8 4-5 0,-7 4-5 16,1 4-1-16,-19 16 0 16,22-14-1-16,-22 14 1 15,0 0-1-15,1 22 0 16,-9-7 0-16,-2 4 0 15,0-4 0-15,10-15 1 16,-20 26 1-16,20-26 0 16,-15 10 1-16,15-10-1 0,0 0 1 15,-4-18-2-15,11 3 1 16,1-3 0 0,6-3-2-16,-2 1 1 15,3 0-1-15,-4 2 1 0,1 3-1 16,-12 15 2-16,0 0-1 15,0 0-1-15,0 0 1 16,-25 20-1-16,2 5 0 16,-6 8 0-16,-5 6 0 15,-2 3 0-15,-3 0 1 16,2-2-1-16,4-5 2 16,6-2-6-16,5-11-27 15,22-22-13-15,0 0-2 0,0 0-2 16,20-30 3-1</inkml:trace>
          <inkml:trace contextRef="#ctx0" brushRef="#br1" timeOffset="40860.2886">486 1581 54 0,'0'0'32'0,"0"0"-2"16,0 0-1-16,0 0-2 15,-10 25-3-15,8-1-2 32,-8 3-4-32,3 13-5 0,-3 8-7 0,0 16-6 15,-2 11 0 1,-1 10 0-16,-4 12 0 16,-3 8 0-16,0 4 0 15,0 0 0-15,-2-4 0 16,0-1 0-16,1-11 0 15,0-4 0-15,3-9 0 16,1-8 0-16,0-2 0 0,2-3 0 16,2-7 0-16,0-8 0 15,2-3 0 1,3-11 0-16,1-6-1 16,2-12-1-16,5-20-8 0,0 0-10 15,0 0-15-15,2-18-7 16,1-4-1-16,-1-6 0 15,0 1-1-15</inkml:trace>
          <inkml:trace contextRef="#ctx0" brushRef="#br1" timeOffset="42037.1993">-14 3106 108 0,'-3'-17'49'0,"3"17"-13"16,0 0-15-16,0 0-7 15,15 27-5-15,-8 0-7 16,1 5-3-16,4 4 2 15,5 6-2-15,-2-2 2 16,1-3-2-16,1-3 1 16,-2-4 0-16,-1-7 0 15,-14-23 0-15,18 22-1 16,-18-22-1-16,0 0 1 0,0 0-1 16,-2-15 1-16,-8-7-1 15,-3-8 1-15,-7-12 1 16,-4-6-1-16,-4-4 2 15,-2-2-1-15,0 4 1 16,-1 5-1-16,4 10 1 16,4 6-1-16,5 14 1 15,18 15 0-15,-17-5 0 16,17 5 1-16,0 0-1 16,10 22-1-16,8-10 1 15,9 0-1-15,7-4-1 16,9 2 0-16,4-5 0 15,9-3 0-15,2-1 0 0,3-2 0 16,-4-3 1-16,-5-1-1 16,-5 2 1-16,-7-2 0 15,-8 2 0 1,-9-1 0-16,-6 4 1 0,-17 0-1 16,0 0 0-16,2 15 1 15,-18-1-2-15,-4 2 2 16,-3 4-2-16,-6 7 1 15,-3 2-1-15,-1 1 2 16,3 1-2-16,1 0 1 16,6-5 0-16,3-2 0 15,3-8 0-15,17-16-1 16,-17 17 1-16,17-17-1 0,0 0 0 16,14-30 0-16,-3 8 0 15,6-1 0 1,0-2 2-16,0 0-2 15,-1 3 2-15,-2 5 0 0,-14 17 0 16,18-6-1-16,-18 6 1 16,-3 21 0-16,-7-1-1 15,-4 0 1-15,-1 2 0 16,-3 0-2-16,-2-7 0 16,1-5 0-16,1-8 0 15,18-2 0-15,-24-22-1 16,19 0 1-16,4-6 2 15,4-2-2-15,2 0 2 16,7 5-13-16,-2-1-21 16,5 5-6-16,3 6-1 15,1 1-2-15,4 8-2 16</inkml:trace>
          <inkml:trace contextRef="#ctx0" brushRef="#br1" timeOffset="39935.1223">244 2101 52 0,'0'0'52'15,"5"-21"-7"-15,-10 2-16 0,5 19-4 16,-1-25-3-16,1 25-3 15,-7-20-8 1,7 20-11-16,-12-17 0 16,12 17 0-16,-27-6 0 0,9 9 0 15,-4 5 0-15,-1 6 0 16,-6 2 0-16,-1 6 0 31,0 5 0-31,0 1 0 0,1 4 0 0,2-2 0 0,2 2 0 16,3 0 0-16,6-1 0 15,1 5 0-15,6-1 0 16,2 8 0-16,6 2 0 16,4 4 0-16,7 1 0 15,4-3 0-15,6 0 0 16,7-6 0-16,6-2 0 16,2-12 0-16,11-6 0 15,-1-11 0-15,7-5 0 16,2-8 0-16,3-9-2 15,0-4 0-15,0-8 0 16,-2-4 2-16,-3-6-1 0,-5-2 0 16,-5-5 1-16,-12-2 0 15,-7-6 0 1,-9-4 1-16,-11-1-1 16,-6-1 2-16,-11 0-2 0,-6 2 2 15,-8 1-1-15,-2 3 0 16,-7 4 0-16,-2 5-1 15,1 2 0-15,-4 6 0 16,3 12-7-16,-5 1-24 16,8 13-4-16,-5 4-1 15,8 15-4-15,-1 7-2 16,9 14-3-16</inkml:trace>
        </inkml:traceGroup>
      </inkml:traceGroup>
    </inkml:traceGroup>
    <inkml:traceGroup>
      <inkml:annotationXML>
        <emma:emma xmlns:emma="http://www.w3.org/2003/04/emma" version="1.0">
          <emma:interpretation id="{D8646D09-C637-407D-BFD3-557B4BF79130}" emma:medium="tactile" emma:mode="ink">
            <msink:context xmlns:msink="http://schemas.microsoft.com/ink/2010/main" type="paragraph" rotatedBoundingBox="19112,14647 22039,14683 22030,15475 19103,15440" alignmentLevel="2"/>
          </emma:interpretation>
        </emma:emma>
      </inkml:annotationXML>
      <inkml:traceGroup>
        <inkml:annotationXML>
          <emma:emma xmlns:emma="http://www.w3.org/2003/04/emma" version="1.0">
            <emma:interpretation id="{7943F1A8-51F9-483F-BE79-9DC029B9FFE7}" emma:medium="tactile" emma:mode="ink">
              <msink:context xmlns:msink="http://schemas.microsoft.com/ink/2010/main" type="line" rotatedBoundingBox="19112,14647 22039,14683 22030,15475 19103,15440"/>
            </emma:interpretation>
          </emma:emma>
        </inkml:annotationXML>
        <inkml:traceGroup>
          <inkml:annotationXML>
            <emma:emma xmlns:emma="http://www.w3.org/2003/04/emma" version="1.0">
              <emma:interpretation id="{4293EC22-289D-491D-87DA-F720AEC790A5}" emma:medium="tactile" emma:mode="ink">
                <msink:context xmlns:msink="http://schemas.microsoft.com/ink/2010/main" type="inkWord" rotatedBoundingBox="19084,14749 20557,14632 20617,15384 19143,15501"/>
              </emma:interpretation>
              <emma:one-of disjunction-type="recognition" id="oneOf1">
                <emma:interpretation id="interp5" emma:lang="en-GB" emma:confidence="0">
                  <emma:literal>~Q,</emma:literal>
                </emma:interpretation>
                <emma:interpretation id="interp6" emma:lang="en-GB" emma:confidence="0">
                  <emma:literal>IQ</emma:literal>
                </emma:interpretation>
                <emma:interpretation id="interp7" emma:lang="en-GB" emma:confidence="0">
                  <emma:literal>TQ</emma:literal>
                </emma:interpretation>
                <emma:interpretation id="interp8" emma:lang="en-GB" emma:confidence="0">
                  <emma:literal>~0,,</emma:literal>
                </emma:interpretation>
                <emma:interpretation id="interp9" emma:lang="en-GB" emma:confidence="0">
                  <emma:literal>~0"</emma:literal>
                </emma:interpretation>
              </emma:one-of>
            </emma:emma>
          </inkml:annotationXML>
          <inkml:trace contextRef="#ctx0" brushRef="#br0" timeOffset="2784.9005">751 461 90 0,'0'0'45'0,"-17"-23"-6"31,17 23-13-31,-2-27-7 16,2 27-5-16,25-23-11 16,-3 11-3-16,7 5 0 0,6 4 0 15,2 3 0-15,3 2 1 16,-1 6-1-16,1 4 0 16,-5-2 0-16,-1 0 0 15,-6-5 0-15,-3-5 0 16,-1-5 0-16,-4-5 0 15,0-7 0-15,-2-5 0 16,3 4-8-16,-3-7-22 16,6 1-8-16,-3 4-1 15,-1 0-4-15,4 3-3 0</inkml:trace>
          <inkml:trace contextRef="#ctx0" brushRef="#br1" timeOffset="13379.1838">1958 53 97 0,'-18'-10'45'0,"-4"3"-10"0,-3-1-12 15,3 6-6-15,-8-1-4 16,1 5-7-16,1-1-6 16,-4 4 0-16,-2 5 0 15,2 1 0-15,-3 5 0 16,0 3 0-16,0 6-1 16,1 1 1-16,2 10 0 15,0 4-1-15,6 3 0 0,1 4-2 16,8 1 0-16,2 3 1 15,8 4-1 1,7-3-1-16,8-1 1 16,4-2 1-16,10-4 0 15,6-5 1-15,8-5 1 0,5-6-1 16,10-11 2-16,4-8-1 16,4-8 0-16,3-11 0 15,3-7 0-15,2-11 1 16,-1-6 0-16,-3-6-1 15,-7-4 1-15,-9-4-1 16,-7-3 1-16,-13-2-1 16,-14-3 1-16,-13 1-1 15,-13 4 0-15,-11 0-1 16,-9 1 1-16,-6 6-1 16,-6 6 1-16,0 7 0 15,-4 8-1-15,2 6-1 0,3 9-22 16,3 10-14-16,-3 2-6 15,10 14-2-15,-1 1-1 16,15 15 37-16</inkml:trace>
          <inkml:trace contextRef="#ctx0" brushRef="#br1" timeOffset="13910.4572">1750 167 100 0,'0'0'45'0,"-15"35"-3"15,2-3-16-15,-8 3-20 16,1 5-6-16,-1 2 0 15,-1 1 1-15,3-1-4 16,1-9-17-16,9-6-12 16,4-5-4-16,5-22-1 0,10 18-1 15,6-24 0-15</inkml:trace>
          <inkml:trace contextRef="#ctx0" brushRef="#br1" timeOffset="14113.5924">1877 264 153 0,'-18'28'38'15,"-2"2"-10"-15,-5 10-28 16,1 6 0-16,-1-3 0 16,3 2-1-16,6-8-8 15,7-5-12-15,8-10-11 0,1-22-5 16,23 5-1-16,-1-22-7 15,10-5 10 1</inkml:trace>
          <inkml:trace contextRef="#ctx0" brushRef="#br1" timeOffset="14269.8507">2042 304 126 0,'-12'23'45'0,"-5"6"-6"16,6 4-37-16,-3 4-28 15,1 5-16-15,-4-9-3 16,9 7-1-16,-2-15-2 0,11 7 44 16</inkml:trace>
        </inkml:traceGroup>
        <inkml:traceGroup>
          <inkml:annotationXML>
            <emma:emma xmlns:emma="http://www.w3.org/2003/04/emma" version="1.0">
              <emma:interpretation id="{47F7C523-7028-40D7-8374-5822D3D62486}" emma:medium="tactile" emma:mode="ink">
                <msink:context xmlns:msink="http://schemas.microsoft.com/ink/2010/main" type="inkWord" rotatedBoundingBox="20529,14688 22038,14704 22030,15475 20521,15459"/>
              </emma:interpretation>
              <emma:one-of disjunction-type="recognition" id="oneOf2">
                <emma:interpretation id="interp10" emma:lang="en-GB" emma:confidence="0">
                  <emma:literal>tried</emma:literal>
                </emma:interpretation>
                <emma:interpretation id="interp11" emma:lang="en-GB" emma:confidence="0">
                  <emma:literal>trio</emma:literal>
                </emma:interpretation>
                <emma:interpretation id="interp12" emma:lang="en-GB" emma:confidence="0">
                  <emma:literal>triad</emma:literal>
                </emma:interpretation>
                <emma:interpretation id="interp13" emma:lang="en-GB" emma:confidence="0">
                  <emma:literal>Aria</emma:literal>
                </emma:interpretation>
                <emma:interpretation id="interp14" emma:lang="en-GB" emma:confidence="0">
                  <emma:literal>Arid</emma:literal>
                </emma:interpretation>
              </emma:one-of>
            </emma:emma>
          </inkml:annotationXML>
          <inkml:trace contextRef="#ctx0" brushRef="#br1" timeOffset="14804.2775">2278 386 83 0,'17'-12'45'16,"-17"12"-5"-16,28-6-13 15,-11-1-12-15,10 2-6 16,5 0-9-16,3-2 0 16,4 2 0-16,-1-2 0 15,1 2 0-15,-2 4 0 16,-4-1 0-16,-4 0 0 15,-6 2 0-15,-4 0 0 16,-4-1 0-16,-15 1-1 16,22-2-19-16,-22 2-14 15,0 0-10-15,0 0-2 16,0 0-1-16,0 0 21 16</inkml:trace>
          <inkml:trace contextRef="#ctx0" brushRef="#br1" timeOffset="15669.9645">3355 170 93 0,'15'-23'41'0,"-7"-2"-6"15,-5 8-9-15,-9-1-6 16,6 18-8-16,-27-19-12 0,-2 14 0 16,-2 5 0-16,-11 5 0 15,-5 10 0-15,-5 4-1 16,-4 7 1-16,1 8-1 16,3 6 1-16,3 8 0 15,8 4 0-15,5 3-1 16,13 4 1-16,11 1-1 15,10 2 0-15,11-2 0 16,11-3 1-16,12-7-1 16,11-6 1-16,8-8-1 15,7-9 1-15,3-10 0 16,8-14 0-16,-1-11 0 16,-1-9-1-16,-3-11 1 0,-4-7 0 15,-3-9 0-15,-6-6 0 16,-6-7 1-16,-8-5-2 15,-12 2 2-15,-8-2-1 16,-12 0 0-16,-12 7 0 16,-13 5 0-16,-9 7 0 15,-9 11-1-15,-7 10-2 16,-6 4-21-16,1 8-14 16,5 11-8-16,-1-1 0 15,13 12-1-15,1-4 34 16</inkml:trace>
          <inkml:trace contextRef="#ctx0" brushRef="#br1" timeOffset="15919.9833">3212 257 124 0,'0'0'45'15,"-15"32"-7"-15,-2-7-29 16,2 5-9-16,-2 9 1 15,-3 2-1-15,0-1 0 16,0 1-1-16,7-6-16 16,1-7-12-16,7-11-7 15,5-17-4-15,15 10-5 16,8-18-1-16</inkml:trace>
          <inkml:trace contextRef="#ctx0" brushRef="#br1" timeOffset="16107.4886">3381 331 136 0,'-13'23'45'15,"-4"2"-5"-15,-8 5-41 16,2 7 1-16,-1 2-1 0,-3 1 0 16,6-4 0-16,0-2 0 15,13-7-14-15,3-11-15 16,5-16-8-16,25 4-7 15,-6-21 0-15,14-3 3 16</inkml:trace>
          <inkml:trace contextRef="#ctx0" brushRef="#br1" timeOffset="16263.7449">3516 378 127 0,'-7'15'45'16,"-1"8"-4"-16,1-5-52 15,-3 9-20-15,1 3-11 0,-9-3-3 16,5 3-1-16,-14-7 9 16</inkml:trace>
          <inkml:trace contextRef="#ctx0" brushRef="#br1" timeOffset="16782.542">2149 468 84 0,'7'-17'45'15,"8"-1"-5"-15,5 1-15 16,4-8-13-16,9 2-5 15,4-1-6-15,1 6-1 0,1 6 0 16,1 7 0-16,-1 8 0 16,-4 7 0-16,0 7 0 15,-3 5-1-15,-3 1 1 16,-1 1 0-16,-3-4 0 16,-1-7 0-16,-1-8 0 15,1-8 0-15,-4-7 0 16,-2-9 0-16,2-6 1 0,-5-7-2 15,1-1-1-15,-5 1-21 16,1 0-17-16,3 11-5 16,-5 2-1-16,9 18-1 15,-4-1 38-15</inkml:trace>
        </inkml:traceGroup>
      </inkml:traceGroup>
    </inkml:traceGroup>
  </inkml:traceGroup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740" units="cm"/>
          <inkml:channel name="Y" type="integer" max="14520" units="cm"/>
          <inkml:channel name="F" type="integer" max="25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3-12T09:30:33.315"/>
    </inkml:context>
    <inkml:brush xml:id="br0">
      <inkml:brushProperty name="width" value="0.07" units="cm"/>
      <inkml:brushProperty name="height" value="0.0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E82750F0-99E3-4173-878A-3335651C4935}" emma:medium="tactile" emma:mode="ink">
          <msink:context xmlns:msink="http://schemas.microsoft.com/ink/2010/main" type="writingRegion" rotatedBoundingBox="19601,13565 22728,13091 22880,14095 19753,14570"/>
        </emma:interpretation>
      </emma:emma>
    </inkml:annotationXML>
    <inkml:traceGroup>
      <inkml:annotationXML>
        <emma:emma xmlns:emma="http://www.w3.org/2003/04/emma" version="1.0">
          <emma:interpretation id="{6D9C4C7E-8B7D-4C57-9ACF-17938A17B8FD}" emma:medium="tactile" emma:mode="ink">
            <msink:context xmlns:msink="http://schemas.microsoft.com/ink/2010/main" type="paragraph" rotatedBoundingBox="19601,13565 22728,13091 22880,14095 19753,14570" alignmentLevel="1"/>
          </emma:interpretation>
        </emma:emma>
      </inkml:annotationXML>
      <inkml:traceGroup>
        <inkml:annotationXML>
          <emma:emma xmlns:emma="http://www.w3.org/2003/04/emma" version="1.0">
            <emma:interpretation id="{70BBB13E-D321-4C1F-B4A9-DE9871DE552C}" emma:medium="tactile" emma:mode="ink">
              <msink:context xmlns:msink="http://schemas.microsoft.com/ink/2010/main" type="line" rotatedBoundingBox="19601,13565 22728,13091 22880,14095 19753,14570"/>
            </emma:interpretation>
          </emma:emma>
        </inkml:annotationXML>
        <inkml:traceGroup>
          <inkml:annotationXML>
            <emma:emma xmlns:emma="http://www.w3.org/2003/04/emma" version="1.0">
              <emma:interpretation id="{2E80D4D2-C160-44D3-8092-E3E1EF34303D}" emma:medium="tactile" emma:mode="ink">
                <msink:context xmlns:msink="http://schemas.microsoft.com/ink/2010/main" type="inkWord" rotatedBoundingBox="19601,13565 22728,13091 22880,14095 19753,14570"/>
              </emma:interpretation>
              <emma:one-of disjunction-type="recognition" id="oneOf0">
                <emma:interpretation id="interp0" emma:lang="en-GB" emma:confidence="0">
                  <emma:literal>IDE</emma:literal>
                </emma:interpretation>
                <emma:interpretation id="interp1" emma:lang="en-GB" emma:confidence="0">
                  <emma:literal>no's E</emma:literal>
                </emma:interpretation>
                <emma:interpretation id="interp2" emma:lang="en-GB" emma:confidence="0">
                  <emma:literal>sols E</emma:literal>
                </emma:interpretation>
                <emma:interpretation id="interp3" emma:lang="en-GB" emma:confidence="0">
                  <emma:literal>n.DE</emma:literal>
                </emma:interpretation>
                <emma:interpretation id="interp4" emma:lang="en-GB" emma:confidence="0">
                  <emma:literal>nod E</emma:literal>
                </emma:interpretation>
              </emma:one-of>
            </emma:emma>
          </inkml:annotationXML>
          <inkml:trace contextRef="#ctx0" brushRef="#br0">12 496 44 0,'-12'-25'27'15,"15"6"0"-15,4 3-7 16,-2-10 1-16,12 1 0 16,-2-7 0-16,8 1-2 15,6-11-4-15,8 2-3 16,1-4-5-16,11-1-4 16,3 1-3-16,3 6 0 15,-1 6-1-15,3 10 0 16,-5 9 1-16,3 13 0 15,-4 10 1-15,-1 10-1 0,0 15 1 16,-1 4 1-16,3 7-1 16,-4 8-1-16,1 6 1 15,-2 4 0-15,-3 0 0 16,-4 1-1-16,-3 0 1 16,-4 1-2-16,-4-6 2 15,-4-8-1-15,-3-9 0 16,-4-7 0-16,-3-6-2 15,-5-14-9-15,0 1-11 0,-10-17-9 16,0 0-6-16,0 0-1 16,0 0-1-16,0 0-1 15,-15 5 17-15</inkml:trace>
          <inkml:trace contextRef="#ctx0" brushRef="#br0" timeOffset="482.2838">1013 856 135 0,'0'0'39'15,"0"0"-2"-15,10 18-23 16,3-1-5-16,-13-17 0 16,32 27-5-16,-10-17-3 15,0-3-1-15,3-9 0 16,2-6 0-16,-1-9 0 0,0-5-1 15,-1-5 1 1,-4-3-1-16,-2-2 0 16,-2 2 0-16,-6 2 1 15,-4 1 0-15,-2 7 0 0,-7 3 0 16,2 17 0-16,-18-13 0 16,-2 18 1-16,-5 5 0 15,-7 5-1-15,-5 3 0 16,-3 2 0-1,-2-1-16-15,8 3-20 0,8-6-2 16,5-4-1-16,21-12-3 16,0 0-1-16</inkml:trace>
          <inkml:trace contextRef="#ctx0" brushRef="#br0" timeOffset="904.1771">1906-137 153 0,'-8'35'40'16,"-9"15"-7"-16,-8 5-22 0,2 14-5 15,-6 6-5-15,1 3 0 16,-1-8 0-16,1-8-4 16,7-10-10-16,3-17-15 15,13-13-9-15,5-22-1 16,0 0-2-16,27-22 0 16,-7-8 0-16</inkml:trace>
          <inkml:trace contextRef="#ctx0" brushRef="#br0" timeOffset="1294.8216">1876-129 118 0,'4'-18'39'0,"-4"18"-2"16,15-4-20-16,-15 4-5 15,30 32 0-15,-8-5-8 16,3 8-3-16,7 9 0 15,4 3 1-15,3 4-1 16,6 3-1-16,2-4 0 16,0 2 0-16,-3-7 1 15,-2-3-1-15,-7-6 0 16,-7-3-2-16,-4-6 3 16,-14-5-1-16,-10-6 0 15,0-16 0-15,-27 19 1 16,0-16-1-16,-11-3 0 0,-9 0 0 15,-10 2 0-15,-5 1-1 16,-4 0 1-16,-2 4 0 16,4 0 0-16,5 1 0 15,7 2-2-15,10-3-15 16,17 0-15-16,25-7-5 16,0 0-2-16,0 0-1 15,34-10-2-15</inkml:trace>
          <inkml:trace contextRef="#ctx0" brushRef="#br0" timeOffset="1875.3981">2537-125 139 0,'22'-14'40'0,"-2"6"-1"16,15 6-19-16,5-1-20 15,5-4 0-15,4 2 0 16,3-1 0-16,-3-1-2 15,-6-2-16-15,1 4-18 16,-9 0-2-16,-6 0-2 16,-11 5-1-16,-18 0 0 0</inkml:trace>
          <inkml:trace contextRef="#ctx0" brushRef="#br0" timeOffset="1859.7705">2646-152 142 0,'0'0'40'16,"0"0"-1"-16,-5 35-21 16,8 2-18-1,2 7 1-15,2 9 0 0,-2 2 1 16,2 7-1-16,1 0-1 15,-1-6 2-15,1-3-2 16,-1-9 1-16,-4-6-1 16,0-11 0-16,1-5-9 15,-4-22-15-15,0 15-10 16,0-15-4-16,-9-25-1 16,4 0-1-16,-5-10 2 15</inkml:trace>
          <inkml:trace contextRef="#ctx0" brushRef="#br0" timeOffset="2078.5311">2689 124 169 0,'22'-1'40'16,"2"-9"-10"-16,6 6-30 16,10-1 0-16,4-3-3 15,1 6-21-15,-2-1-13 16,-6-1-2-16,-1 4-1 15,-8 2 1-15,-6 7-3 16</inkml:trace>
          <inkml:trace contextRef="#ctx0" brushRef="#br0" timeOffset="2281.6657">2743 464 168 0,'30'2'39'0,"-1"-10"0"16,13-4-39-16,6 0-2 15,4-1-29-15,7-1-8 16,0 1-2-16,-11 0-3 16,-1 8-1-16,-20 6 2 0</inkml:trace>
        </inkml:traceGroup>
      </inkml:traceGroup>
    </inkml:traceGroup>
  </inkml:traceGroup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FFCA6-4229-4B3F-82EC-B0682A06E1CD}" type="datetimeFigureOut">
              <a:rPr lang="en-GB" smtClean="0"/>
              <a:t>12/03/2015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02E95-C20D-4259-AD7D-DBDA47233D5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87948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FFCA6-4229-4B3F-82EC-B0682A06E1CD}" type="datetimeFigureOut">
              <a:rPr lang="en-GB" smtClean="0"/>
              <a:t>12/03/2015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02E95-C20D-4259-AD7D-DBDA47233D5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97016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FFCA6-4229-4B3F-82EC-B0682A06E1CD}" type="datetimeFigureOut">
              <a:rPr lang="en-GB" smtClean="0"/>
              <a:t>12/03/2015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02E95-C20D-4259-AD7D-DBDA47233D5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72801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FFCA6-4229-4B3F-82EC-B0682A06E1CD}" type="datetimeFigureOut">
              <a:rPr lang="en-GB" smtClean="0"/>
              <a:t>12/03/2015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02E95-C20D-4259-AD7D-DBDA47233D5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8341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FFCA6-4229-4B3F-82EC-B0682A06E1CD}" type="datetimeFigureOut">
              <a:rPr lang="en-GB" smtClean="0"/>
              <a:t>12/03/2015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02E95-C20D-4259-AD7D-DBDA47233D5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145719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FFCA6-4229-4B3F-82EC-B0682A06E1CD}" type="datetimeFigureOut">
              <a:rPr lang="en-GB" smtClean="0"/>
              <a:t>12/03/2015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02E95-C20D-4259-AD7D-DBDA47233D5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15295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FFCA6-4229-4B3F-82EC-B0682A06E1CD}" type="datetimeFigureOut">
              <a:rPr lang="en-GB" smtClean="0"/>
              <a:t>12/03/2015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02E95-C20D-4259-AD7D-DBDA47233D5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52864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FFCA6-4229-4B3F-82EC-B0682A06E1CD}" type="datetimeFigureOut">
              <a:rPr lang="en-GB" smtClean="0"/>
              <a:t>12/03/2015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02E95-C20D-4259-AD7D-DBDA47233D5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43263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FFCA6-4229-4B3F-82EC-B0682A06E1CD}" type="datetimeFigureOut">
              <a:rPr lang="en-GB" smtClean="0"/>
              <a:t>12/03/2015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02E95-C20D-4259-AD7D-DBDA47233D5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82011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FFCA6-4229-4B3F-82EC-B0682A06E1CD}" type="datetimeFigureOut">
              <a:rPr lang="en-GB" smtClean="0"/>
              <a:t>12/03/2015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02E95-C20D-4259-AD7D-DBDA47233D5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20416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FFCA6-4229-4B3F-82EC-B0682A06E1CD}" type="datetimeFigureOut">
              <a:rPr lang="en-GB" smtClean="0"/>
              <a:t>12/03/2015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02E95-C20D-4259-AD7D-DBDA47233D5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077764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EFFCA6-4229-4B3F-82EC-B0682A06E1CD}" type="datetimeFigureOut">
              <a:rPr lang="en-GB" smtClean="0"/>
              <a:t>12/03/2015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402E95-C20D-4259-AD7D-DBDA47233D5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8181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image" Target="../media/image6.emf"/><Relationship Id="rId18" Type="http://schemas.openxmlformats.org/officeDocument/2006/relationships/customXml" Target="../ink/ink9.xml"/><Relationship Id="rId26" Type="http://schemas.openxmlformats.org/officeDocument/2006/relationships/customXml" Target="../ink/ink13.xml"/><Relationship Id="rId3" Type="http://schemas.openxmlformats.org/officeDocument/2006/relationships/image" Target="../media/image1.emf"/><Relationship Id="rId21" Type="http://schemas.openxmlformats.org/officeDocument/2006/relationships/image" Target="../media/image10.emf"/><Relationship Id="rId7" Type="http://schemas.openxmlformats.org/officeDocument/2006/relationships/image" Target="../media/image3.emf"/><Relationship Id="rId12" Type="http://schemas.openxmlformats.org/officeDocument/2006/relationships/customXml" Target="../ink/ink6.xml"/><Relationship Id="rId17" Type="http://schemas.openxmlformats.org/officeDocument/2006/relationships/image" Target="../media/image8.emf"/><Relationship Id="rId25" Type="http://schemas.openxmlformats.org/officeDocument/2006/relationships/image" Target="../media/image12.emf"/><Relationship Id="rId2" Type="http://schemas.openxmlformats.org/officeDocument/2006/relationships/customXml" Target="../ink/ink1.xml"/><Relationship Id="rId16" Type="http://schemas.openxmlformats.org/officeDocument/2006/relationships/customXml" Target="../ink/ink8.xml"/><Relationship Id="rId20" Type="http://schemas.openxmlformats.org/officeDocument/2006/relationships/customXml" Target="../ink/ink10.xml"/><Relationship Id="rId29" Type="http://schemas.openxmlformats.org/officeDocument/2006/relationships/image" Target="../media/image14.emf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3.xml"/><Relationship Id="rId11" Type="http://schemas.openxmlformats.org/officeDocument/2006/relationships/image" Target="../media/image5.emf"/><Relationship Id="rId24" Type="http://schemas.openxmlformats.org/officeDocument/2006/relationships/customXml" Target="../ink/ink12.xml"/><Relationship Id="rId5" Type="http://schemas.openxmlformats.org/officeDocument/2006/relationships/image" Target="../media/image2.emf"/><Relationship Id="rId15" Type="http://schemas.openxmlformats.org/officeDocument/2006/relationships/image" Target="../media/image7.emf"/><Relationship Id="rId23" Type="http://schemas.openxmlformats.org/officeDocument/2006/relationships/image" Target="../media/image11.emf"/><Relationship Id="rId28" Type="http://schemas.openxmlformats.org/officeDocument/2006/relationships/customXml" Target="../ink/ink14.xml"/><Relationship Id="rId10" Type="http://schemas.openxmlformats.org/officeDocument/2006/relationships/customXml" Target="../ink/ink5.xml"/><Relationship Id="rId19" Type="http://schemas.openxmlformats.org/officeDocument/2006/relationships/image" Target="../media/image9.emf"/><Relationship Id="rId4" Type="http://schemas.openxmlformats.org/officeDocument/2006/relationships/customXml" Target="../ink/ink2.xml"/><Relationship Id="rId9" Type="http://schemas.openxmlformats.org/officeDocument/2006/relationships/image" Target="../media/image4.emf"/><Relationship Id="rId14" Type="http://schemas.openxmlformats.org/officeDocument/2006/relationships/customXml" Target="../ink/ink7.xml"/><Relationship Id="rId22" Type="http://schemas.openxmlformats.org/officeDocument/2006/relationships/customXml" Target="../ink/ink11.xml"/><Relationship Id="rId27" Type="http://schemas.openxmlformats.org/officeDocument/2006/relationships/image" Target="../media/image13.emf"/><Relationship Id="rId30" Type="http://schemas.openxmlformats.org/officeDocument/2006/relationships/image" Target="../media/image1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5.xm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9.e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customXml" Target="../ink/ink18.xml"/><Relationship Id="rId13" Type="http://schemas.openxmlformats.org/officeDocument/2006/relationships/image" Target="../media/image18.emf"/><Relationship Id="rId18" Type="http://schemas.openxmlformats.org/officeDocument/2006/relationships/customXml" Target="../ink/ink23.xml"/><Relationship Id="rId26" Type="http://schemas.openxmlformats.org/officeDocument/2006/relationships/customXml" Target="../ink/ink27.xml"/><Relationship Id="rId3" Type="http://schemas.openxmlformats.org/officeDocument/2006/relationships/customXml" Target="../ink/ink16.xml"/><Relationship Id="rId21" Type="http://schemas.openxmlformats.org/officeDocument/2006/relationships/image" Target="../media/image22.emf"/><Relationship Id="rId34" Type="http://schemas.openxmlformats.org/officeDocument/2006/relationships/customXml" Target="../ink/ink31.xml"/><Relationship Id="rId7" Type="http://schemas.openxmlformats.org/officeDocument/2006/relationships/image" Target="../media/image15.emf"/><Relationship Id="rId12" Type="http://schemas.openxmlformats.org/officeDocument/2006/relationships/customXml" Target="../ink/ink20.xml"/><Relationship Id="rId17" Type="http://schemas.openxmlformats.org/officeDocument/2006/relationships/image" Target="../media/image20.emf"/><Relationship Id="rId25" Type="http://schemas.openxmlformats.org/officeDocument/2006/relationships/image" Target="../media/image24.emf"/><Relationship Id="rId33" Type="http://schemas.openxmlformats.org/officeDocument/2006/relationships/image" Target="../media/image28.emf"/><Relationship Id="rId2" Type="http://schemas.openxmlformats.org/officeDocument/2006/relationships/image" Target="../media/image19.png"/><Relationship Id="rId16" Type="http://schemas.openxmlformats.org/officeDocument/2006/relationships/customXml" Target="../ink/ink22.xml"/><Relationship Id="rId20" Type="http://schemas.openxmlformats.org/officeDocument/2006/relationships/customXml" Target="../ink/ink24.xml"/><Relationship Id="rId29" Type="http://schemas.openxmlformats.org/officeDocument/2006/relationships/image" Target="../media/image26.emf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17.xml"/><Relationship Id="rId11" Type="http://schemas.openxmlformats.org/officeDocument/2006/relationships/image" Target="../media/image17.emf"/><Relationship Id="rId24" Type="http://schemas.openxmlformats.org/officeDocument/2006/relationships/customXml" Target="../ink/ink26.xml"/><Relationship Id="rId32" Type="http://schemas.openxmlformats.org/officeDocument/2006/relationships/customXml" Target="../ink/ink30.xml"/><Relationship Id="rId37" Type="http://schemas.openxmlformats.org/officeDocument/2006/relationships/image" Target="../media/image30.emf"/><Relationship Id="rId5" Type="http://schemas.openxmlformats.org/officeDocument/2006/relationships/image" Target="../media/image1.png"/><Relationship Id="rId15" Type="http://schemas.openxmlformats.org/officeDocument/2006/relationships/image" Target="../media/image19.emf"/><Relationship Id="rId23" Type="http://schemas.openxmlformats.org/officeDocument/2006/relationships/image" Target="../media/image23.emf"/><Relationship Id="rId28" Type="http://schemas.openxmlformats.org/officeDocument/2006/relationships/customXml" Target="../ink/ink28.xml"/><Relationship Id="rId36" Type="http://schemas.openxmlformats.org/officeDocument/2006/relationships/customXml" Target="../ink/ink32.xml"/><Relationship Id="rId10" Type="http://schemas.openxmlformats.org/officeDocument/2006/relationships/customXml" Target="../ink/ink19.xml"/><Relationship Id="rId19" Type="http://schemas.openxmlformats.org/officeDocument/2006/relationships/image" Target="../media/image21.emf"/><Relationship Id="rId31" Type="http://schemas.openxmlformats.org/officeDocument/2006/relationships/image" Target="../media/image27.emf"/><Relationship Id="rId4" Type="http://schemas.openxmlformats.org/officeDocument/2006/relationships/image" Target="../media/image9.emf"/><Relationship Id="rId9" Type="http://schemas.openxmlformats.org/officeDocument/2006/relationships/image" Target="../media/image16.emf"/><Relationship Id="rId14" Type="http://schemas.openxmlformats.org/officeDocument/2006/relationships/customXml" Target="../ink/ink21.xml"/><Relationship Id="rId22" Type="http://schemas.openxmlformats.org/officeDocument/2006/relationships/customXml" Target="../ink/ink25.xml"/><Relationship Id="rId27" Type="http://schemas.openxmlformats.org/officeDocument/2006/relationships/image" Target="../media/image25.emf"/><Relationship Id="rId30" Type="http://schemas.openxmlformats.org/officeDocument/2006/relationships/customXml" Target="../ink/ink29.xml"/><Relationship Id="rId35" Type="http://schemas.openxmlformats.org/officeDocument/2006/relationships/image" Target="../media/image29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emf"/><Relationship Id="rId2" Type="http://schemas.openxmlformats.org/officeDocument/2006/relationships/customXml" Target="../ink/ink3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customXml" Target="../ink/ink36.xml"/><Relationship Id="rId13" Type="http://schemas.openxmlformats.org/officeDocument/2006/relationships/image" Target="../media/image40.emf"/><Relationship Id="rId18" Type="http://schemas.openxmlformats.org/officeDocument/2006/relationships/customXml" Target="../ink/ink41.xml"/><Relationship Id="rId3" Type="http://schemas.openxmlformats.org/officeDocument/2006/relationships/image" Target="../media/image32.emf"/><Relationship Id="rId21" Type="http://schemas.openxmlformats.org/officeDocument/2006/relationships/image" Target="../media/image43.emf"/><Relationship Id="rId7" Type="http://schemas.openxmlformats.org/officeDocument/2006/relationships/image" Target="../media/image37.emf"/><Relationship Id="rId12" Type="http://schemas.openxmlformats.org/officeDocument/2006/relationships/customXml" Target="../ink/ink38.xml"/><Relationship Id="rId17" Type="http://schemas.openxmlformats.org/officeDocument/2006/relationships/image" Target="../media/image42.emf"/><Relationship Id="rId2" Type="http://schemas.openxmlformats.org/officeDocument/2006/relationships/image" Target="../media/image1.jpeg"/><Relationship Id="rId16" Type="http://schemas.openxmlformats.org/officeDocument/2006/relationships/customXml" Target="../ink/ink40.xml"/><Relationship Id="rId20" Type="http://schemas.openxmlformats.org/officeDocument/2006/relationships/customXml" Target="../ink/ink42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35.xml"/><Relationship Id="rId11" Type="http://schemas.openxmlformats.org/officeDocument/2006/relationships/image" Target="../media/image39.emf"/><Relationship Id="rId5" Type="http://schemas.openxmlformats.org/officeDocument/2006/relationships/image" Target="../media/image36.emf"/><Relationship Id="rId15" Type="http://schemas.openxmlformats.org/officeDocument/2006/relationships/image" Target="../media/image41.emf"/><Relationship Id="rId23" Type="http://schemas.openxmlformats.org/officeDocument/2006/relationships/image" Target="../media/image44.emf"/><Relationship Id="rId10" Type="http://schemas.openxmlformats.org/officeDocument/2006/relationships/customXml" Target="../ink/ink37.xml"/><Relationship Id="rId19" Type="http://schemas.openxmlformats.org/officeDocument/2006/relationships/image" Target="../media/image31.emf"/><Relationship Id="rId4" Type="http://schemas.openxmlformats.org/officeDocument/2006/relationships/customXml" Target="../ink/ink34.xml"/><Relationship Id="rId9" Type="http://schemas.openxmlformats.org/officeDocument/2006/relationships/image" Target="../media/image38.emf"/><Relationship Id="rId14" Type="http://schemas.openxmlformats.org/officeDocument/2006/relationships/customXml" Target="../ink/ink39.xml"/><Relationship Id="rId22" Type="http://schemas.openxmlformats.org/officeDocument/2006/relationships/customXml" Target="../ink/ink4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32.emf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2" Type="http://schemas.openxmlformats.org/officeDocument/2006/relationships/image" Target="../media/image32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34.e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customXml" Target="../ink/ink45.xml"/><Relationship Id="rId3" Type="http://schemas.openxmlformats.org/officeDocument/2006/relationships/image" Target="../media/image34.emf"/><Relationship Id="rId7" Type="http://schemas.openxmlformats.org/officeDocument/2006/relationships/image" Target="../media/image52.emf"/><Relationship Id="rId2" Type="http://schemas.openxmlformats.org/officeDocument/2006/relationships/image" Target="../media/image32.emf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44.xml"/><Relationship Id="rId11" Type="http://schemas.openxmlformats.org/officeDocument/2006/relationships/image" Target="../media/image54.emf"/><Relationship Id="rId5" Type="http://schemas.openxmlformats.org/officeDocument/2006/relationships/image" Target="../media/image35.emf"/><Relationship Id="rId10" Type="http://schemas.openxmlformats.org/officeDocument/2006/relationships/customXml" Target="../ink/ink46.xml"/><Relationship Id="rId4" Type="http://schemas.openxmlformats.org/officeDocument/2006/relationships/image" Target="../media/image50.png"/><Relationship Id="rId9" Type="http://schemas.openxmlformats.org/officeDocument/2006/relationships/image" Target="../media/image53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emf"/><Relationship Id="rId2" Type="http://schemas.openxmlformats.org/officeDocument/2006/relationships/image" Target="../media/image32.em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6.emf"/><Relationship Id="rId4" Type="http://schemas.openxmlformats.org/officeDocument/2006/relationships/image" Target="../media/image45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32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Emergence of statistical physics in a trapped ion quantum simulator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5095558"/>
            <a:ext cx="9144000" cy="1655762"/>
          </a:xfrm>
        </p:spPr>
        <p:txBody>
          <a:bodyPr/>
          <a:lstStyle/>
          <a:p>
            <a:r>
              <a:rPr lang="en-GB" dirty="0" smtClean="0"/>
              <a:t>Diego Porras</a:t>
            </a:r>
          </a:p>
          <a:p>
            <a:r>
              <a:rPr lang="en-GB" dirty="0" smtClean="0"/>
              <a:t>University of Sussex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361483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883920" y="721360"/>
            <a:ext cx="1096264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 smtClean="0"/>
              <a:t>In classical physics, we expect statistical mechanics to emerge as a result of the </a:t>
            </a:r>
            <a:r>
              <a:rPr lang="en-GB" sz="2400" dirty="0" err="1" smtClean="0"/>
              <a:t>ergodic</a:t>
            </a:r>
            <a:r>
              <a:rPr lang="en-GB" sz="2400" dirty="0" smtClean="0"/>
              <a:t> principle.</a:t>
            </a:r>
          </a:p>
          <a:p>
            <a:endParaRPr lang="en-GB" sz="2400" dirty="0"/>
          </a:p>
          <a:p>
            <a:r>
              <a:rPr lang="en-GB" sz="2400" b="1" dirty="0" err="1" smtClean="0"/>
              <a:t>Ergodicity</a:t>
            </a:r>
            <a:r>
              <a:rPr lang="en-GB" sz="2400" b="1" dirty="0" smtClean="0"/>
              <a:t>:</a:t>
            </a:r>
            <a:r>
              <a:rPr lang="en-GB" sz="2400" dirty="0" smtClean="0"/>
              <a:t> an isolated system is assumed to “visit” all the microscopic states with the same energy with the same probability.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0" name="Ink 19"/>
              <p14:cNvContentPartPr/>
              <p14:nvPr/>
            </p14:nvContentPartPr>
            <p14:xfrm>
              <a:off x="3883800" y="3934360"/>
              <a:ext cx="3835080" cy="1923840"/>
            </p14:xfrm>
          </p:contentPart>
        </mc:Choice>
        <mc:Fallback xmlns="">
          <p:pic>
            <p:nvPicPr>
              <p:cNvPr id="20" name="Ink 19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862560" y="3922120"/>
                <a:ext cx="3867480" cy="195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7" name="Ink 26"/>
              <p14:cNvContentPartPr/>
              <p14:nvPr/>
            </p14:nvContentPartPr>
            <p14:xfrm>
              <a:off x="5027880" y="4240720"/>
              <a:ext cx="2266200" cy="158400"/>
            </p14:xfrm>
          </p:contentPart>
        </mc:Choice>
        <mc:Fallback xmlns="">
          <p:pic>
            <p:nvPicPr>
              <p:cNvPr id="27" name="Ink 26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024640" y="4232800"/>
                <a:ext cx="2273760" cy="16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8" name="Ink 27"/>
              <p14:cNvContentPartPr/>
              <p14:nvPr/>
            </p14:nvContentPartPr>
            <p14:xfrm>
              <a:off x="4098720" y="4195000"/>
              <a:ext cx="3683520" cy="1739880"/>
            </p14:xfrm>
          </p:contentPart>
        </mc:Choice>
        <mc:Fallback xmlns="">
          <p:pic>
            <p:nvPicPr>
              <p:cNvPr id="28" name="Ink 27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094400" y="4182760"/>
                <a:ext cx="3693240" cy="177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9" name="Ink 28"/>
              <p14:cNvContentPartPr/>
              <p14:nvPr/>
            </p14:nvContentPartPr>
            <p14:xfrm>
              <a:off x="4586880" y="4429360"/>
              <a:ext cx="2170080" cy="550080"/>
            </p14:xfrm>
          </p:contentPart>
        </mc:Choice>
        <mc:Fallback xmlns="">
          <p:pic>
            <p:nvPicPr>
              <p:cNvPr id="29" name="Ink 28"/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583640" y="4424680"/>
                <a:ext cx="2177640" cy="55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32" name="Ink 31"/>
              <p14:cNvContentPartPr/>
              <p14:nvPr/>
            </p14:nvContentPartPr>
            <p14:xfrm>
              <a:off x="5413800" y="5423320"/>
              <a:ext cx="738360" cy="344880"/>
            </p14:xfrm>
          </p:contentPart>
        </mc:Choice>
        <mc:Fallback xmlns="">
          <p:pic>
            <p:nvPicPr>
              <p:cNvPr id="32" name="Ink 31"/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408400" y="5418640"/>
                <a:ext cx="748440" cy="35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43" name="Ink 42"/>
              <p14:cNvContentPartPr/>
              <p14:nvPr/>
            </p14:nvContentPartPr>
            <p14:xfrm>
              <a:off x="4411920" y="4077280"/>
              <a:ext cx="2617200" cy="1582920"/>
            </p14:xfrm>
          </p:contentPart>
        </mc:Choice>
        <mc:Fallback xmlns="">
          <p:pic>
            <p:nvPicPr>
              <p:cNvPr id="43" name="Ink 42"/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400760" y="4057840"/>
                <a:ext cx="2646720" cy="161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60" name="Ink 59"/>
              <p14:cNvContentPartPr/>
              <p14:nvPr/>
            </p14:nvContentPartPr>
            <p14:xfrm>
              <a:off x="5139120" y="4842640"/>
              <a:ext cx="1174320" cy="677160"/>
            </p14:xfrm>
          </p:contentPart>
        </mc:Choice>
        <mc:Fallback xmlns="">
          <p:pic>
            <p:nvPicPr>
              <p:cNvPr id="60" name="Ink 59"/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127960" y="4827880"/>
                <a:ext cx="1191240" cy="70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66" name="Ink 65"/>
              <p14:cNvContentPartPr/>
              <p14:nvPr/>
            </p14:nvContentPartPr>
            <p14:xfrm>
              <a:off x="5664360" y="4753360"/>
              <a:ext cx="790560" cy="815400"/>
            </p14:xfrm>
          </p:contentPart>
        </mc:Choice>
        <mc:Fallback xmlns="">
          <p:pic>
            <p:nvPicPr>
              <p:cNvPr id="66" name="Ink 65"/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5659680" y="4735000"/>
                <a:ext cx="813600" cy="83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81" name="Ink 80"/>
              <p14:cNvContentPartPr/>
              <p14:nvPr/>
            </p14:nvContentPartPr>
            <p14:xfrm>
              <a:off x="11291160" y="6382720"/>
              <a:ext cx="360" cy="360"/>
            </p14:xfrm>
          </p:contentPart>
        </mc:Choice>
        <mc:Fallback xmlns="">
          <p:pic>
            <p:nvPicPr>
              <p:cNvPr id="81" name="Ink 80"/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1278560" y="6370120"/>
                <a:ext cx="25560" cy="2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07" name="Ink 106"/>
              <p14:cNvContentPartPr/>
              <p14:nvPr/>
            </p14:nvContentPartPr>
            <p14:xfrm>
              <a:off x="5449080" y="4094200"/>
              <a:ext cx="1695960" cy="1303200"/>
            </p14:xfrm>
          </p:contentPart>
        </mc:Choice>
        <mc:Fallback xmlns="">
          <p:pic>
            <p:nvPicPr>
              <p:cNvPr id="107" name="Ink 106"/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5431440" y="4074760"/>
                <a:ext cx="1733760" cy="133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09" name="Ink 108"/>
              <p14:cNvContentPartPr/>
              <p14:nvPr/>
            </p14:nvContentPartPr>
            <p14:xfrm>
              <a:off x="6316320" y="5260600"/>
              <a:ext cx="672480" cy="108720"/>
            </p14:xfrm>
          </p:contentPart>
        </mc:Choice>
        <mc:Fallback xmlns="">
          <p:pic>
            <p:nvPicPr>
              <p:cNvPr id="109" name="Ink 108"/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6304440" y="5241520"/>
                <a:ext cx="694440" cy="14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11" name="Ink 110"/>
              <p14:cNvContentPartPr/>
              <p14:nvPr/>
            </p14:nvContentPartPr>
            <p14:xfrm>
              <a:off x="5847240" y="5420440"/>
              <a:ext cx="378360" cy="269280"/>
            </p14:xfrm>
          </p:contentPart>
        </mc:Choice>
        <mc:Fallback xmlns="">
          <p:pic>
            <p:nvPicPr>
              <p:cNvPr id="111" name="Ink 110"/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5841120" y="5417200"/>
                <a:ext cx="387720" cy="27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12" name="Ink 111"/>
              <p14:cNvContentPartPr/>
              <p14:nvPr/>
            </p14:nvContentPartPr>
            <p14:xfrm>
              <a:off x="7022640" y="5264560"/>
              <a:ext cx="159480" cy="119160"/>
            </p14:xfrm>
          </p:contentPart>
        </mc:Choice>
        <mc:Fallback xmlns="">
          <p:pic>
            <p:nvPicPr>
              <p:cNvPr id="112" name="Ink 111"/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7003200" y="5259880"/>
                <a:ext cx="198360" cy="14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13" name="Ink 112"/>
              <p14:cNvContentPartPr/>
              <p14:nvPr/>
            </p14:nvContentPartPr>
            <p14:xfrm>
              <a:off x="5785680" y="5684680"/>
              <a:ext cx="243000" cy="142560"/>
            </p14:xfrm>
          </p:contentPart>
        </mc:Choice>
        <mc:Fallback xmlns="">
          <p:pic>
            <p:nvPicPr>
              <p:cNvPr id="113" name="Ink 112"/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5782440" y="5672080"/>
                <a:ext cx="260280" cy="158400"/>
              </a:xfrm>
              <a:prstGeom prst="rect">
                <a:avLst/>
              </a:prstGeom>
            </p:spPr>
          </p:pic>
        </mc:Fallback>
      </mc:AlternateContent>
      <p:sp>
        <p:nvSpPr>
          <p:cNvPr id="116" name="TextBox 115"/>
          <p:cNvSpPr txBox="1"/>
          <p:nvPr/>
        </p:nvSpPr>
        <p:spPr>
          <a:xfrm>
            <a:off x="7386320" y="5397880"/>
            <a:ext cx="183383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 err="1" smtClean="0"/>
              <a:t>Microcanonical</a:t>
            </a:r>
            <a:r>
              <a:rPr lang="en-GB" sz="2000" dirty="0" smtClean="0"/>
              <a:t> </a:t>
            </a:r>
          </a:p>
          <a:p>
            <a:r>
              <a:rPr lang="en-GB" sz="2000" dirty="0" smtClean="0"/>
              <a:t>ensemble</a:t>
            </a:r>
            <a:endParaRPr lang="en-GB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7" name="TextBox 116"/>
              <p:cNvSpPr txBox="1"/>
              <p:nvPr/>
            </p:nvSpPr>
            <p:spPr>
              <a:xfrm>
                <a:off x="6818480" y="3448313"/>
                <a:ext cx="2142253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sSub>
                        <m:sSubPr>
                          <m:ctrlPr>
                            <a:rPr lang="en-GB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en-GB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GB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GB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GB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GB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)}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17" name="TextBox 1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8480" y="3448313"/>
                <a:ext cx="2142253" cy="430887"/>
              </a:xfrm>
              <a:prstGeom prst="rect">
                <a:avLst/>
              </a:prstGeom>
              <a:blipFill rotWithShape="0"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304575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883920" y="721360"/>
                <a:ext cx="10962640" cy="28478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400" dirty="0" smtClean="0"/>
                  <a:t>Can an </a:t>
                </a:r>
                <a:r>
                  <a:rPr lang="en-GB" sz="2400" b="1" dirty="0" smtClean="0"/>
                  <a:t>isolated quantum system</a:t>
                </a:r>
                <a:r>
                  <a:rPr lang="en-GB" sz="2400" dirty="0" smtClean="0"/>
                  <a:t> be described by a </a:t>
                </a:r>
                <a:r>
                  <a:rPr lang="en-GB" sz="2400" dirty="0" err="1" smtClean="0"/>
                  <a:t>microcanonical</a:t>
                </a:r>
                <a:r>
                  <a:rPr lang="en-GB" sz="2400" dirty="0" smtClean="0"/>
                  <a:t> average?</a:t>
                </a:r>
              </a:p>
              <a:p>
                <a:endParaRPr lang="en-GB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〉"/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GB" sz="2400" b="0" i="0" smtClean="0">
                              <a:latin typeface="Cambria Math" panose="02040503050406030204" pitchFamily="18" charset="0"/>
                            </a:rPr>
                            <m:t>Ψ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d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f>
                            <m:f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num>
                            <m:den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ℏ</m:t>
                              </m:r>
                            </m:den>
                          </m:f>
                        </m:sup>
                      </m:sSup>
                      <m:d>
                        <m:dPr>
                          <m:begChr m:val="|"/>
                          <m:endChr m:val="〉"/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GB" sz="2400" b="0" i="0" smtClean="0">
                              <a:latin typeface="Cambria Math" panose="02040503050406030204" pitchFamily="18" charset="0"/>
                            </a:rPr>
                            <m:t>Ψ</m:t>
                          </m:r>
                          <m:d>
                            <m:d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GB" sz="2400" b="0" dirty="0" smtClean="0"/>
              </a:p>
              <a:p>
                <a:endParaRPr lang="en-GB" sz="2400" dirty="0" smtClean="0"/>
              </a:p>
              <a:p>
                <a:r>
                  <a:rPr lang="en-GB" sz="2400" dirty="0" smtClean="0"/>
                  <a:t>Unitary evolution does not seem to allow for a “sampling” of different states.</a:t>
                </a:r>
              </a:p>
              <a:p>
                <a:endParaRPr lang="en-GB" sz="2400" dirty="0"/>
              </a:p>
              <a:p>
                <a:r>
                  <a:rPr lang="en-GB" sz="2400" dirty="0" smtClean="0"/>
                  <a:t>Can still </a:t>
                </a:r>
                <a:r>
                  <a:rPr lang="en-GB" sz="2400" b="1" dirty="0" smtClean="0"/>
                  <a:t>time-averages</a:t>
                </a:r>
                <a:r>
                  <a:rPr lang="en-GB" sz="2400" dirty="0" smtClean="0"/>
                  <a:t> be equivalent to </a:t>
                </a:r>
                <a:r>
                  <a:rPr lang="en-GB" sz="2400" b="1" dirty="0" err="1" smtClean="0"/>
                  <a:t>microcanonical</a:t>
                </a:r>
                <a:r>
                  <a:rPr lang="en-GB" sz="2400" b="1" dirty="0" smtClean="0"/>
                  <a:t> averages</a:t>
                </a:r>
                <a:r>
                  <a:rPr lang="en-GB" sz="2400" dirty="0" smtClean="0"/>
                  <a:t>?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3920" y="721360"/>
                <a:ext cx="10962640" cy="2847831"/>
              </a:xfrm>
              <a:prstGeom prst="rect">
                <a:avLst/>
              </a:prstGeom>
              <a:blipFill rotWithShape="0">
                <a:blip r:embed="rId2"/>
                <a:stretch>
                  <a:fillRect l="-834" t="-1713" b="-385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81" name="Ink 80"/>
              <p14:cNvContentPartPr/>
              <p14:nvPr/>
            </p14:nvContentPartPr>
            <p14:xfrm>
              <a:off x="11291160" y="6382720"/>
              <a:ext cx="360" cy="360"/>
            </p14:xfrm>
          </p:contentPart>
        </mc:Choice>
        <mc:Fallback xmlns="">
          <p:pic>
            <p:nvPicPr>
              <p:cNvPr id="81" name="Ink 80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278560" y="6370120"/>
                <a:ext cx="25560" cy="2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2783518" y="3983207"/>
                <a:ext cx="6813084" cy="61985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den>
                    </m:f>
                    <m:nary>
                      <m:nary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〈</m:t>
                        </m:r>
                        <m:r>
                          <m:rPr>
                            <m:sty m:val="p"/>
                          </m:rPr>
                          <a:rPr lang="en-GB" sz="2400" b="0" i="0" smtClean="0">
                            <a:latin typeface="Cambria Math" panose="02040503050406030204" pitchFamily="18" charset="0"/>
                          </a:rPr>
                          <m:t>Ψ</m:t>
                        </m:r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)|</m:t>
                        </m:r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d>
                          <m:dPr>
                            <m:begChr m:val="|"/>
                            <m:endChr m:val="〉"/>
                            <m:ctrlP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GB" sz="2400" b="0" i="0" smtClean="0">
                                <a:latin typeface="Cambria Math" panose="02040503050406030204" pitchFamily="18" charset="0"/>
                              </a:rPr>
                              <m:t>Ψ</m:t>
                            </m:r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d>
                              <m:dPr>
                                <m:ctrlP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</m:e>
                        </m:d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nary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=∫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𝑑𝐸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  <m:d>
                      <m:dPr>
                        <m:begChr m:val="〈"/>
                        <m:endChr m:val="|"/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GB" sz="2400" b="0" i="0" smtClean="0">
                                <a:latin typeface="Cambria Math" panose="02040503050406030204" pitchFamily="18" charset="0"/>
                              </a:rPr>
                              <m:t>Ψ</m:t>
                            </m:r>
                          </m:e>
                          <m:sub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sub>
                        </m:sSub>
                      </m:e>
                    </m:d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|"/>
                        <m:endChr m:val="〉"/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GB" sz="2400" b="0" i="0" smtClean="0">
                                <a:latin typeface="Cambria Math" panose="02040503050406030204" pitchFamily="18" charset="0"/>
                              </a:rPr>
                              <m:t>Ψ</m:t>
                            </m:r>
                          </m:e>
                          <m:sub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sub>
                        </m:sSub>
                      </m:e>
                    </m:d>
                  </m:oMath>
                </a14:m>
                <a:r>
                  <a:rPr lang="en-GB" sz="2400" b="0" dirty="0" smtClean="0"/>
                  <a:t>  ??</a:t>
                </a:r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3518" y="3983207"/>
                <a:ext cx="6813084" cy="619850"/>
              </a:xfrm>
              <a:prstGeom prst="rect">
                <a:avLst/>
              </a:prstGeom>
              <a:blipFill rotWithShape="0">
                <a:blip r:embed="rId5"/>
                <a:stretch>
                  <a:fillRect r="-358" b="-980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3434081" y="5259885"/>
                <a:ext cx="801624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400" dirty="0" smtClean="0"/>
                  <a:t>(for some narrow probability distribution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2400" dirty="0" smtClean="0"/>
                  <a:t>, centered around the mean energy of the initial state,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GB" sz="2400" b="0" i="0" smtClean="0">
                        <a:latin typeface="Cambria Math" panose="02040503050406030204" pitchFamily="18" charset="0"/>
                      </a:rPr>
                      <m:t>Ψ</m:t>
                    </m:r>
                    <m:d>
                      <m:d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〉</m:t>
                    </m:r>
                  </m:oMath>
                </a14:m>
                <a:r>
                  <a:rPr lang="en-GB" sz="2400" dirty="0" smtClean="0"/>
                  <a:t>)</a:t>
                </a:r>
                <a:endParaRPr lang="en-GB" sz="24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4081" y="5259885"/>
                <a:ext cx="8016240" cy="830997"/>
              </a:xfrm>
              <a:prstGeom prst="rect">
                <a:avLst/>
              </a:prstGeom>
              <a:blipFill rotWithShape="0">
                <a:blip r:embed="rId6"/>
                <a:stretch>
                  <a:fillRect l="-1141" t="-5882" b="-1617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659697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883920" y="721360"/>
                <a:ext cx="10962640" cy="2677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400" b="1" dirty="0" smtClean="0"/>
                  <a:t>Eigenstate </a:t>
                </a:r>
                <a:r>
                  <a:rPr lang="en-GB" sz="2400" b="1" dirty="0" err="1" smtClean="0"/>
                  <a:t>Thermalization</a:t>
                </a:r>
                <a:r>
                  <a:rPr lang="en-GB" sz="2400" b="1" dirty="0" smtClean="0"/>
                  <a:t> Hypothesis (Deutsch 1991): </a:t>
                </a:r>
                <a:endParaRPr lang="en-GB" sz="2400" dirty="0" smtClean="0"/>
              </a:p>
              <a:p>
                <a:endParaRPr lang="en-GB" sz="2400" dirty="0" smtClean="0"/>
              </a:p>
              <a:p>
                <a:r>
                  <a:rPr lang="en-GB" sz="2400" dirty="0" smtClean="0"/>
                  <a:t>Consider a non-</a:t>
                </a:r>
                <a:r>
                  <a:rPr lang="en-GB" sz="2400" dirty="0" err="1" smtClean="0"/>
                  <a:t>integrable</a:t>
                </a:r>
                <a:r>
                  <a:rPr lang="en-GB" sz="2400" dirty="0"/>
                  <a:t> </a:t>
                </a:r>
                <a:r>
                  <a:rPr lang="en-GB" sz="2400" dirty="0" smtClean="0"/>
                  <a:t>Hamiltonian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en-GB" sz="2400" dirty="0" smtClean="0"/>
                  <a:t>, then “</a:t>
                </a:r>
                <a:r>
                  <a:rPr lang="en-GB" sz="2400" dirty="0" err="1" smtClean="0"/>
                  <a:t>thermalization</a:t>
                </a:r>
                <a:r>
                  <a:rPr lang="en-GB" sz="2400" dirty="0" smtClean="0"/>
                  <a:t>” occurs at the level of single many-body states:</a:t>
                </a:r>
                <a:endParaRPr lang="en-GB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|"/>
                          <m:endChr m:val="〉"/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2400" b="0" i="0" smtClean="0">
                                  <a:latin typeface="Cambria Math" panose="02040503050406030204" pitchFamily="18" charset="0"/>
                                </a:rPr>
                                <m:t>Ψ</m:t>
                              </m:r>
                            </m:e>
                            <m:sub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sub>
                          </m:sSub>
                        </m:e>
                      </m:d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|"/>
                          <m:endChr m:val="〉"/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2400" b="0" i="0" smtClean="0">
                                  <a:latin typeface="Cambria Math" panose="02040503050406030204" pitchFamily="18" charset="0"/>
                                </a:rPr>
                                <m:t>Ψ</m:t>
                              </m:r>
                            </m:e>
                            <m:sub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GB" sz="2400" b="0" dirty="0" smtClean="0"/>
              </a:p>
              <a:p>
                <a:endParaRPr lang="en-GB" sz="2400" dirty="0" smtClean="0"/>
              </a:p>
              <a:p>
                <a:endParaRPr lang="en-GB" sz="24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3920" y="721360"/>
                <a:ext cx="10962640" cy="2677656"/>
              </a:xfrm>
              <a:prstGeom prst="rect">
                <a:avLst/>
              </a:prstGeom>
              <a:blipFill rotWithShape="0">
                <a:blip r:embed="rId2"/>
                <a:stretch>
                  <a:fillRect l="-834" t="-181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81" name="Ink 80"/>
              <p14:cNvContentPartPr/>
              <p14:nvPr/>
            </p14:nvContentPartPr>
            <p14:xfrm>
              <a:off x="11291160" y="6382720"/>
              <a:ext cx="360" cy="360"/>
            </p14:xfrm>
          </p:contentPart>
        </mc:Choice>
        <mc:Fallback xmlns="">
          <p:pic>
            <p:nvPicPr>
              <p:cNvPr id="81" name="Ink 80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278560" y="6370120"/>
                <a:ext cx="25560" cy="2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3433758" y="2827193"/>
                <a:ext cx="5845446" cy="47564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〈"/>
                          <m:endChr m:val="|"/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2400" b="0" i="0" smtClean="0">
                                  <a:latin typeface="Cambria Math" panose="02040503050406030204" pitchFamily="18" charset="0"/>
                                </a:rPr>
                                <m:t>Ψ</m:t>
                              </m:r>
                            </m:e>
                            <m:sub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sub>
                          </m:sSub>
                        </m:e>
                      </m:d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|"/>
                          <m:endChr m:val="〉"/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2400" b="0" i="0" smtClean="0">
                                  <a:latin typeface="Cambria Math" panose="02040503050406030204" pitchFamily="18" charset="0"/>
                                </a:rPr>
                                <m:t>Ψ</m:t>
                              </m:r>
                            </m:e>
                            <m:sub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sub>
                          </m:sSub>
                        </m:e>
                      </m:d>
                      <m:r>
                        <a:rPr lang="en-GB" sz="2400" i="1" smtClean="0"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∫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𝑑</m:t>
                      </m:r>
                      <m:sSup>
                        <m:sSup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p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p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d>
                      <m:d>
                        <m:dPr>
                          <m:begChr m:val="〈"/>
                          <m:endChr m:val="|"/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2400" b="0" i="0" smtClean="0">
                                  <a:latin typeface="Cambria Math" panose="02040503050406030204" pitchFamily="18" charset="0"/>
                                </a:rPr>
                                <m:t>Ψ</m:t>
                              </m:r>
                            </m:e>
                            <m:sub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b>
                          </m:sSub>
                        </m:e>
                      </m:d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|"/>
                          <m:endChr m:val="〉"/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2400" b="0" i="0" smtClean="0">
                                  <a:latin typeface="Cambria Math" panose="02040503050406030204" pitchFamily="18" charset="0"/>
                                </a:rPr>
                                <m:t>Ψ</m:t>
                              </m:r>
                            </m:e>
                            <m:sub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GB" sz="2400" b="0" dirty="0" smtClean="0"/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3758" y="2827193"/>
                <a:ext cx="5845446" cy="475643"/>
              </a:xfrm>
              <a:prstGeom prst="rect">
                <a:avLst/>
              </a:prstGeom>
              <a:blipFill rotWithShape="0">
                <a:blip r:embed="rId5"/>
                <a:stretch>
                  <a:fillRect t="-1282" b="-2179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9" name="TextBox 258"/>
          <p:cNvSpPr txBox="1"/>
          <p:nvPr/>
        </p:nvSpPr>
        <p:spPr>
          <a:xfrm>
            <a:off x="897806" y="3630036"/>
            <a:ext cx="1067612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 smtClean="0"/>
              <a:t>(Mean-values with respect to a single energy </a:t>
            </a:r>
            <a:r>
              <a:rPr lang="en-GB" sz="2400" dirty="0" err="1" smtClean="0"/>
              <a:t>eigenstate</a:t>
            </a:r>
            <a:r>
              <a:rPr lang="en-GB" sz="2400" dirty="0" smtClean="0"/>
              <a:t> are equivalent to </a:t>
            </a:r>
            <a:r>
              <a:rPr lang="en-GB" sz="2400" dirty="0" err="1" smtClean="0"/>
              <a:t>microcanonical</a:t>
            </a:r>
            <a:r>
              <a:rPr lang="en-GB" sz="2400" dirty="0" smtClean="0"/>
              <a:t> averages)</a:t>
            </a:r>
            <a:endParaRPr lang="en-GB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82" name="Ink 281"/>
              <p14:cNvContentPartPr/>
              <p14:nvPr/>
            </p14:nvContentPartPr>
            <p14:xfrm>
              <a:off x="1686134" y="4951934"/>
              <a:ext cx="2067480" cy="1046880"/>
            </p14:xfrm>
          </p:contentPart>
        </mc:Choice>
        <mc:Fallback xmlns="">
          <p:pic>
            <p:nvPicPr>
              <p:cNvPr id="282" name="Ink 281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666694" y="4941498"/>
                <a:ext cx="2104920" cy="107495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98" name="Ink 297"/>
              <p14:cNvContentPartPr/>
              <p14:nvPr/>
            </p14:nvContentPartPr>
            <p14:xfrm>
              <a:off x="4274174" y="4627934"/>
              <a:ext cx="1623600" cy="606600"/>
            </p14:xfrm>
          </p:contentPart>
        </mc:Choice>
        <mc:Fallback xmlns="">
          <p:pic>
            <p:nvPicPr>
              <p:cNvPr id="298" name="Ink 297"/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266614" y="4610654"/>
                <a:ext cx="1648080" cy="64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308" name="Ink 307"/>
              <p14:cNvContentPartPr/>
              <p14:nvPr/>
            </p14:nvContentPartPr>
            <p14:xfrm>
              <a:off x="4294334" y="4652054"/>
              <a:ext cx="725040" cy="502560"/>
            </p14:xfrm>
          </p:contentPart>
        </mc:Choice>
        <mc:Fallback xmlns="">
          <p:pic>
            <p:nvPicPr>
              <p:cNvPr id="308" name="Ink 307"/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275614" y="4633334"/>
                <a:ext cx="762840" cy="54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311" name="Ink 310"/>
              <p14:cNvContentPartPr/>
              <p14:nvPr/>
            </p14:nvContentPartPr>
            <p14:xfrm>
              <a:off x="4768094" y="4667174"/>
              <a:ext cx="578880" cy="498960"/>
            </p14:xfrm>
          </p:contentPart>
        </mc:Choice>
        <mc:Fallback xmlns="">
          <p:pic>
            <p:nvPicPr>
              <p:cNvPr id="311" name="Ink 310"/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764854" y="4650266"/>
                <a:ext cx="587880" cy="51910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312" name="Ink 311"/>
              <p14:cNvContentPartPr/>
              <p14:nvPr/>
            </p14:nvContentPartPr>
            <p14:xfrm>
              <a:off x="4968614" y="4632614"/>
              <a:ext cx="842040" cy="515520"/>
            </p14:xfrm>
          </p:contentPart>
        </mc:Choice>
        <mc:Fallback xmlns="">
          <p:pic>
            <p:nvPicPr>
              <p:cNvPr id="312" name="Ink 311"/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963214" y="4622174"/>
                <a:ext cx="851400" cy="53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319" name="Ink 318"/>
              <p14:cNvContentPartPr/>
              <p14:nvPr/>
            </p14:nvContentPartPr>
            <p14:xfrm>
              <a:off x="6004694" y="4652414"/>
              <a:ext cx="1892880" cy="1208880"/>
            </p14:xfrm>
          </p:contentPart>
        </mc:Choice>
        <mc:Fallback xmlns="">
          <p:pic>
            <p:nvPicPr>
              <p:cNvPr id="319" name="Ink 318"/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5990294" y="4634774"/>
                <a:ext cx="1919160" cy="123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329" name="Ink 328"/>
              <p14:cNvContentPartPr/>
              <p14:nvPr/>
            </p14:nvContentPartPr>
            <p14:xfrm>
              <a:off x="2961974" y="5150294"/>
              <a:ext cx="664560" cy="25200"/>
            </p14:xfrm>
          </p:contentPart>
        </mc:Choice>
        <mc:Fallback xmlns="">
          <p:pic>
            <p:nvPicPr>
              <p:cNvPr id="329" name="Ink 328"/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950814" y="5132294"/>
                <a:ext cx="681840" cy="5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346" name="Ink 345"/>
              <p14:cNvContentPartPr/>
              <p14:nvPr/>
            </p14:nvContentPartPr>
            <p14:xfrm>
              <a:off x="3089774" y="5754014"/>
              <a:ext cx="777960" cy="41400"/>
            </p14:xfrm>
          </p:contentPart>
        </mc:Choice>
        <mc:Fallback xmlns="">
          <p:pic>
            <p:nvPicPr>
              <p:cNvPr id="346" name="Ink 345"/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076814" y="5740809"/>
                <a:ext cx="810000" cy="7316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349" name="Ink 348"/>
              <p14:cNvContentPartPr/>
              <p14:nvPr/>
            </p14:nvContentPartPr>
            <p14:xfrm>
              <a:off x="3743534" y="5702174"/>
              <a:ext cx="162000" cy="125280"/>
            </p14:xfrm>
          </p:contentPart>
        </mc:Choice>
        <mc:Fallback xmlns="">
          <p:pic>
            <p:nvPicPr>
              <p:cNvPr id="349" name="Ink 348"/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3724454" y="5683094"/>
                <a:ext cx="199800" cy="16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350" name="Ink 349"/>
              <p14:cNvContentPartPr/>
              <p14:nvPr/>
            </p14:nvContentPartPr>
            <p14:xfrm>
              <a:off x="4256894" y="5532614"/>
              <a:ext cx="567720" cy="424440"/>
            </p14:xfrm>
          </p:contentPart>
        </mc:Choice>
        <mc:Fallback xmlns="">
          <p:pic>
            <p:nvPicPr>
              <p:cNvPr id="350" name="Ink 349"/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4248974" y="5512814"/>
                <a:ext cx="592200" cy="46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354" name="Ink 353"/>
              <p14:cNvContentPartPr/>
              <p14:nvPr/>
            </p14:nvContentPartPr>
            <p14:xfrm>
              <a:off x="4840454" y="5406974"/>
              <a:ext cx="1020240" cy="118440"/>
            </p14:xfrm>
          </p:contentPart>
        </mc:Choice>
        <mc:Fallback xmlns="">
          <p:pic>
            <p:nvPicPr>
              <p:cNvPr id="354" name="Ink 353"/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4826054" y="5387534"/>
                <a:ext cx="1054080" cy="14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355" name="Ink 354"/>
              <p14:cNvContentPartPr/>
              <p14:nvPr/>
            </p14:nvContentPartPr>
            <p14:xfrm>
              <a:off x="5130614" y="5423894"/>
              <a:ext cx="779400" cy="537840"/>
            </p14:xfrm>
          </p:contentPart>
        </mc:Choice>
        <mc:Fallback xmlns="">
          <p:pic>
            <p:nvPicPr>
              <p:cNvPr id="355" name="Ink 354"/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5111174" y="5404454"/>
                <a:ext cx="818280" cy="56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356" name="Ink 355"/>
              <p14:cNvContentPartPr/>
              <p14:nvPr/>
            </p14:nvContentPartPr>
            <p14:xfrm>
              <a:off x="4353734" y="5932934"/>
              <a:ext cx="716760" cy="58320"/>
            </p14:xfrm>
          </p:contentPart>
        </mc:Choice>
        <mc:Fallback xmlns="">
          <p:pic>
            <p:nvPicPr>
              <p:cNvPr id="356" name="Ink 355"/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4344374" y="5914934"/>
                <a:ext cx="745920" cy="9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360" name="Ink 359"/>
              <p14:cNvContentPartPr/>
              <p14:nvPr/>
            </p14:nvContentPartPr>
            <p14:xfrm>
              <a:off x="4651454" y="5484374"/>
              <a:ext cx="402840" cy="416160"/>
            </p14:xfrm>
          </p:contentPart>
        </mc:Choice>
        <mc:Fallback xmlns="">
          <p:pic>
            <p:nvPicPr>
              <p:cNvPr id="360" name="Ink 359"/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4642094" y="5477894"/>
                <a:ext cx="417960" cy="43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361" name="Ink 360"/>
              <p14:cNvContentPartPr/>
              <p14:nvPr/>
            </p14:nvContentPartPr>
            <p14:xfrm>
              <a:off x="4887614" y="5454494"/>
              <a:ext cx="462600" cy="457560"/>
            </p14:xfrm>
          </p:contentPart>
        </mc:Choice>
        <mc:Fallback xmlns="">
          <p:pic>
            <p:nvPicPr>
              <p:cNvPr id="361" name="Ink 360"/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4868534" y="5447294"/>
                <a:ext cx="488880" cy="48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373" name="Ink 372"/>
              <p14:cNvContentPartPr/>
              <p14:nvPr/>
            </p14:nvContentPartPr>
            <p14:xfrm>
              <a:off x="5084534" y="5359094"/>
              <a:ext cx="793800" cy="542520"/>
            </p14:xfrm>
          </p:contentPart>
        </mc:Choice>
        <mc:Fallback xmlns="">
          <p:pic>
            <p:nvPicPr>
              <p:cNvPr id="373" name="Ink 372"/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5069054" y="5354414"/>
                <a:ext cx="816480" cy="556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136258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81" name="Ink 80"/>
              <p14:cNvContentPartPr/>
              <p14:nvPr/>
            </p14:nvContentPartPr>
            <p14:xfrm>
              <a:off x="11291160" y="6382720"/>
              <a:ext cx="360" cy="360"/>
            </p14:xfrm>
          </p:contentPart>
        </mc:Choice>
        <mc:Fallback xmlns="">
          <p:pic>
            <p:nvPicPr>
              <p:cNvPr id="81" name="Ink 80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278560" y="6370120"/>
                <a:ext cx="25560" cy="2556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TextBox 21"/>
          <p:cNvSpPr txBox="1"/>
          <p:nvPr/>
        </p:nvSpPr>
        <p:spPr>
          <a:xfrm>
            <a:off x="897806" y="489888"/>
            <a:ext cx="106761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 smtClean="0"/>
              <a:t>The E.T.H. leads to </a:t>
            </a:r>
            <a:r>
              <a:rPr lang="en-GB" sz="2000" dirty="0" err="1" smtClean="0"/>
              <a:t>ergodicity</a:t>
            </a:r>
            <a:r>
              <a:rPr lang="en-GB" sz="2000" dirty="0" smtClean="0"/>
              <a:t> (equivalency between time-average and </a:t>
            </a:r>
            <a:r>
              <a:rPr lang="en-GB" sz="2000" dirty="0" err="1" smtClean="0"/>
              <a:t>microcanonical</a:t>
            </a:r>
            <a:r>
              <a:rPr lang="en-GB" sz="2000" dirty="0" smtClean="0"/>
              <a:t> average)</a:t>
            </a:r>
            <a:r>
              <a:rPr lang="en-GB" dirty="0" smtClean="0"/>
              <a:t> 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/>
              <p:cNvSpPr/>
              <p:nvPr/>
            </p:nvSpPr>
            <p:spPr>
              <a:xfrm>
                <a:off x="2301508" y="1367608"/>
                <a:ext cx="7338868" cy="229921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  <m:nary>
                        <m:nary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〈</m:t>
                          </m:r>
                          <m:r>
                            <m:rPr>
                              <m:sty m:val="p"/>
                            </m:rPr>
                            <a:rPr lang="en-GB" sz="2400" b="0" i="0" smtClean="0">
                              <a:latin typeface="Cambria Math" panose="02040503050406030204" pitchFamily="18" charset="0"/>
                            </a:rPr>
                            <m:t>Ψ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)|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d>
                            <m:dPr>
                              <m:begChr m:val="|"/>
                              <m:endChr m:val="〉"/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GB" sz="2400" b="0" i="0" smtClean="0">
                                  <a:latin typeface="Cambria Math" panose="02040503050406030204" pitchFamily="18" charset="0"/>
                                </a:rPr>
                                <m:t>Ψ</m:t>
                              </m:r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d>
                                <m:dPr>
                                  <m:ctrlP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d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𝐸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begChr m:val="〈"/>
                                      <m:endChr m:val="〉"/>
                                      <m:ctrlPr>
                                        <a:rPr lang="en-GB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GB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GB" sz="2400">
                                              <a:latin typeface="Cambria Math" panose="02040503050406030204" pitchFamily="18" charset="0"/>
                                            </a:rPr>
                                            <m:t>Ψ</m:t>
                                          </m:r>
                                        </m:e>
                                        <m:sub>
                                          <m:r>
                                            <a:rPr lang="en-GB" sz="2400" i="1">
                                              <a:latin typeface="Cambria Math" panose="02040503050406030204" pitchFamily="18" charset="0"/>
                                            </a:rPr>
                                            <m:t>𝐸</m:t>
                                          </m:r>
                                        </m:sub>
                                      </m:sSub>
                                    </m:e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GB" sz="2400">
                                          <a:latin typeface="Cambria Math" panose="02040503050406030204" pitchFamily="18" charset="0"/>
                                        </a:rPr>
                                        <m:t>Ψ</m:t>
                                      </m:r>
                                      <m:d>
                                        <m:dPr>
                                          <m:ctrlPr>
                                            <a:rPr lang="en-GB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GB" sz="2400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GB" sz="2400" i="1">
                          <a:latin typeface="Cambria Math" panose="02040503050406030204" pitchFamily="18" charset="0"/>
                        </a:rPr>
                        <m:t>〈</m:t>
                      </m:r>
                      <m:sSub>
                        <m:sSub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2400">
                              <a:latin typeface="Cambria Math" panose="02040503050406030204" pitchFamily="18" charset="0"/>
                            </a:rPr>
                            <m:t>Ψ</m:t>
                          </m:r>
                        </m:e>
                        <m:sub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𝐸</m:t>
                          </m:r>
                        </m:sub>
                      </m:sSub>
                      <m:r>
                        <a:rPr lang="en-GB" sz="2400" i="1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begChr m:val="|"/>
                          <m:endChr m:val="〉"/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2400">
                                  <a:latin typeface="Cambria Math" panose="02040503050406030204" pitchFamily="18" charset="0"/>
                                </a:rPr>
                                <m:t>Ψ</m:t>
                              </m:r>
                            </m:e>
                            <m:sub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GB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𝐸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begChr m:val="〈"/>
                                      <m:endChr m:val="〉"/>
                                      <m:ctrlPr>
                                        <a:rPr lang="en-GB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GB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GB" sz="2400">
                                              <a:latin typeface="Cambria Math" panose="02040503050406030204" pitchFamily="18" charset="0"/>
                                            </a:rPr>
                                            <m:t>Ψ</m:t>
                                          </m:r>
                                        </m:e>
                                        <m:sub>
                                          <m:r>
                                            <a:rPr lang="en-GB" sz="2400" i="1">
                                              <a:latin typeface="Cambria Math" panose="02040503050406030204" pitchFamily="18" charset="0"/>
                                            </a:rPr>
                                            <m:t>𝐸</m:t>
                                          </m:r>
                                        </m:sub>
                                      </m:sSub>
                                    </m:e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GB" sz="2400">
                                          <a:latin typeface="Cambria Math" panose="02040503050406030204" pitchFamily="18" charset="0"/>
                                        </a:rPr>
                                        <m:t>Ψ</m:t>
                                      </m:r>
                                      <m:d>
                                        <m:dPr>
                                          <m:ctrlPr>
                                            <a:rPr lang="en-GB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GB" sz="2400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GB" sz="2400" i="1">
                          <a:latin typeface="Cambria Math" panose="02040503050406030204" pitchFamily="18" charset="0"/>
                        </a:rPr>
                        <m:t>∫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𝑑𝐸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′ 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p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d>
                      <m:d>
                        <m:dPr>
                          <m:begChr m:val="〈"/>
                          <m:endChr m:val="|"/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2400">
                                  <a:latin typeface="Cambria Math" panose="02040503050406030204" pitchFamily="18" charset="0"/>
                                </a:rPr>
                                <m:t>Ψ</m:t>
                              </m:r>
                            </m:e>
                            <m:sub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b>
                          </m:sSub>
                        </m:e>
                      </m:d>
                      <m:r>
                        <a:rPr lang="en-GB" sz="2400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|"/>
                          <m:endChr m:val="〉"/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2400">
                                  <a:latin typeface="Cambria Math" panose="02040503050406030204" pitchFamily="18" charset="0"/>
                                </a:rPr>
                                <m:t>Ψ</m:t>
                              </m:r>
                            </m:e>
                            <m:sub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GB" sz="2400" dirty="0"/>
              </a:p>
              <a:p>
                <a:endParaRPr lang="en-GB" sz="2400" b="0" dirty="0" smtClean="0"/>
              </a:p>
            </p:txBody>
          </p:sp>
        </mc:Choice>
        <mc:Fallback xmlns="">
          <p:sp>
            <p:nvSpPr>
              <p:cNvPr id="23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1508" y="1367608"/>
                <a:ext cx="7338868" cy="2299219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Straight Arrow Connector 2"/>
          <p:cNvCxnSpPr/>
          <p:nvPr/>
        </p:nvCxnSpPr>
        <p:spPr>
          <a:xfrm flipH="1">
            <a:off x="5712977" y="3269187"/>
            <a:ext cx="1" cy="535204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1050206" y="4218952"/>
                <a:ext cx="10676127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 smtClean="0"/>
                  <a:t>In essence: the details of the particular energy probability distribution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〈"/>
                                <m:endChr m:val="〉"/>
                                <m:ctrlPr>
                                  <a:rPr lang="en-GB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GB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GB" sz="2000">
                                        <a:latin typeface="Cambria Math" panose="02040503050406030204" pitchFamily="18" charset="0"/>
                                      </a:rPr>
                                      <m:t>Ψ</m:t>
                                    </m:r>
                                  </m:e>
                                  <m:sub>
                                    <m:r>
                                      <a:rPr lang="en-GB" sz="2000" i="1"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GB" sz="2000">
                                    <a:latin typeface="Cambria Math" panose="02040503050406030204" pitchFamily="18" charset="0"/>
                                  </a:rPr>
                                  <m:t>Ψ</m:t>
                                </m:r>
                                <m:d>
                                  <m:dPr>
                                    <m:ctrlPr>
                                      <a:rPr lang="en-GB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GB" sz="20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d>
                              </m:e>
                            </m:d>
                          </m:e>
                        </m:d>
                      </m:e>
                      <m:sup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sz="2000" dirty="0" smtClean="0"/>
                  <a:t> are not important (each on of the contributions yield </a:t>
                </a:r>
                <a:r>
                  <a:rPr lang="en-GB" sz="2000" dirty="0" err="1" smtClean="0"/>
                  <a:t>microcanonical</a:t>
                </a:r>
                <a:r>
                  <a:rPr lang="en-GB" sz="2000" dirty="0" smtClean="0"/>
                  <a:t> averages) </a:t>
                </a:r>
                <a:endParaRPr lang="en-GB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0206" y="4218952"/>
                <a:ext cx="10676127" cy="707886"/>
              </a:xfrm>
              <a:prstGeom prst="rect">
                <a:avLst/>
              </a:prstGeom>
              <a:blipFill rotWithShape="0">
                <a:blip r:embed="rId5"/>
                <a:stretch>
                  <a:fillRect l="-571" t="-4310" b="-1465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370588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/>
          <p:cNvSpPr txBox="1"/>
          <p:nvPr/>
        </p:nvSpPr>
        <p:spPr>
          <a:xfrm>
            <a:off x="897806" y="489888"/>
            <a:ext cx="106761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 smtClean="0"/>
              <a:t>Trapped ion spin-boson quantum simulators</a:t>
            </a:r>
            <a:endParaRPr lang="en-GB" sz="2000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408" y="1489115"/>
            <a:ext cx="4856627" cy="1751529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3"/>
          <a:srcRect t="2752"/>
          <a:stretch/>
        </p:blipFill>
        <p:spPr>
          <a:xfrm>
            <a:off x="1074032" y="3445404"/>
            <a:ext cx="9025932" cy="108002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5" name="Ink 14"/>
              <p14:cNvContentPartPr/>
              <p14:nvPr/>
            </p14:nvContentPartPr>
            <p14:xfrm>
              <a:off x="1557554" y="4796076"/>
              <a:ext cx="1284480" cy="547560"/>
            </p14:xfrm>
          </p:contentPart>
        </mc:Choice>
        <mc:Fallback xmlns="">
          <p:pic>
            <p:nvPicPr>
              <p:cNvPr id="15" name="Ink 14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537034" y="4777356"/>
                <a:ext cx="1324440" cy="56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9" name="Ink 18"/>
              <p14:cNvContentPartPr/>
              <p14:nvPr/>
            </p14:nvContentPartPr>
            <p14:xfrm>
              <a:off x="10272794" y="4278396"/>
              <a:ext cx="958320" cy="495124"/>
            </p14:xfrm>
          </p:contentPart>
        </mc:Choice>
        <mc:Fallback xmlns="">
          <p:pic>
            <p:nvPicPr>
              <p:cNvPr id="19" name="Ink 18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262714" y="4260391"/>
                <a:ext cx="973080" cy="53005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8" name="Ink 27"/>
              <p14:cNvContentPartPr/>
              <p14:nvPr/>
            </p14:nvContentPartPr>
            <p14:xfrm>
              <a:off x="1813874" y="6086316"/>
              <a:ext cx="2090520" cy="58680"/>
            </p14:xfrm>
          </p:contentPart>
        </mc:Choice>
        <mc:Fallback xmlns="">
          <p:pic>
            <p:nvPicPr>
              <p:cNvPr id="28" name="Ink 27"/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807034" y="6072276"/>
                <a:ext cx="2100600" cy="7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30" name="Ink 29"/>
              <p14:cNvContentPartPr/>
              <p14:nvPr/>
            </p14:nvContentPartPr>
            <p14:xfrm>
              <a:off x="2173874" y="5193876"/>
              <a:ext cx="49680" cy="1196640"/>
            </p14:xfrm>
          </p:contentPart>
        </mc:Choice>
        <mc:Fallback xmlns="">
          <p:pic>
            <p:nvPicPr>
              <p:cNvPr id="30" name="Ink 29"/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154434" y="5177676"/>
                <a:ext cx="87120" cy="122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73" name="Ink 72"/>
              <p14:cNvContentPartPr/>
              <p14:nvPr/>
            </p14:nvContentPartPr>
            <p14:xfrm>
              <a:off x="2370434" y="5112156"/>
              <a:ext cx="827280" cy="862920"/>
            </p14:xfrm>
          </p:contentPart>
        </mc:Choice>
        <mc:Fallback xmlns="">
          <p:pic>
            <p:nvPicPr>
              <p:cNvPr id="73" name="Ink 72"/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350634" y="5097036"/>
                <a:ext cx="867600" cy="89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98" name="Ink 97"/>
              <p14:cNvContentPartPr/>
              <p14:nvPr/>
            </p14:nvContentPartPr>
            <p14:xfrm>
              <a:off x="5875754" y="4327716"/>
              <a:ext cx="5437080" cy="934560"/>
            </p14:xfrm>
          </p:contentPart>
        </mc:Choice>
        <mc:Fallback xmlns="">
          <p:pic>
            <p:nvPicPr>
              <p:cNvPr id="98" name="Ink 97"/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864594" y="4316196"/>
                <a:ext cx="5459040" cy="96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50" name="Ink 149"/>
              <p14:cNvContentPartPr/>
              <p14:nvPr/>
            </p14:nvContentPartPr>
            <p14:xfrm>
              <a:off x="9985874" y="6075876"/>
              <a:ext cx="770040" cy="27360"/>
            </p14:xfrm>
          </p:contentPart>
        </mc:Choice>
        <mc:Fallback xmlns="">
          <p:pic>
            <p:nvPicPr>
              <p:cNvPr id="150" name="Ink 149"/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9969314" y="6056076"/>
                <a:ext cx="800280" cy="6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61" name="Ink 160"/>
              <p14:cNvContentPartPr/>
              <p14:nvPr/>
            </p14:nvContentPartPr>
            <p14:xfrm>
              <a:off x="11291234" y="6382596"/>
              <a:ext cx="360" cy="484"/>
            </p14:xfrm>
          </p:contentPart>
        </mc:Choice>
        <mc:Fallback xmlns="">
          <p:pic>
            <p:nvPicPr>
              <p:cNvPr id="161" name="Ink 160"/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1278634" y="6365656"/>
                <a:ext cx="25560" cy="3436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67" name="Ink 166"/>
              <p14:cNvContentPartPr/>
              <p14:nvPr/>
            </p14:nvContentPartPr>
            <p14:xfrm>
              <a:off x="9984794" y="5475756"/>
              <a:ext cx="1579320" cy="638044"/>
            </p14:xfrm>
          </p:contentPart>
        </mc:Choice>
        <mc:Fallback xmlns="">
          <p:pic>
            <p:nvPicPr>
              <p:cNvPr id="167" name="Ink 166"/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9966074" y="5466034"/>
                <a:ext cx="1601280" cy="66612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75" name="Ink 174"/>
              <p14:cNvContentPartPr/>
              <p14:nvPr/>
            </p14:nvContentPartPr>
            <p14:xfrm>
              <a:off x="3322274" y="5231316"/>
              <a:ext cx="5342760" cy="1201680"/>
            </p14:xfrm>
          </p:contentPart>
        </mc:Choice>
        <mc:Fallback xmlns="">
          <p:pic>
            <p:nvPicPr>
              <p:cNvPr id="175" name="Ink 174"/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3313994" y="5220156"/>
                <a:ext cx="5371920" cy="1225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602565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/>
          <p:cNvSpPr txBox="1"/>
          <p:nvPr/>
        </p:nvSpPr>
        <p:spPr>
          <a:xfrm>
            <a:off x="897806" y="489888"/>
            <a:ext cx="106761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 smtClean="0"/>
              <a:t>Trapped ion spin-boson quantum simulators</a:t>
            </a:r>
            <a:endParaRPr lang="en-GB" sz="200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2"/>
          <a:srcRect t="2752"/>
          <a:stretch/>
        </p:blipFill>
        <p:spPr>
          <a:xfrm>
            <a:off x="1074032" y="1114908"/>
            <a:ext cx="9025932" cy="108002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897806" y="2419844"/>
                <a:ext cx="10676127" cy="38820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 smtClean="0"/>
                  <a:t>Very well suited to study </a:t>
                </a:r>
                <a:r>
                  <a:rPr lang="en-GB" sz="2000" dirty="0" err="1" smtClean="0"/>
                  <a:t>ergodicity</a:t>
                </a:r>
                <a:r>
                  <a:rPr lang="en-GB" sz="2000" dirty="0" smtClean="0"/>
                  <a:t>/</a:t>
                </a:r>
                <a:r>
                  <a:rPr lang="en-GB" sz="2000" dirty="0" err="1" smtClean="0"/>
                  <a:t>Eigenstate</a:t>
                </a:r>
                <a:r>
                  <a:rPr lang="en-GB" sz="2000" dirty="0" smtClean="0"/>
                  <a:t> </a:t>
                </a:r>
                <a:r>
                  <a:rPr lang="en-GB" sz="2000" dirty="0" err="1" smtClean="0"/>
                  <a:t>Thermalization</a:t>
                </a:r>
                <a:r>
                  <a:rPr lang="en-GB" sz="2000" dirty="0" smtClean="0"/>
                  <a:t> Hypothesis</a:t>
                </a:r>
              </a:p>
              <a:p>
                <a:endParaRPr lang="en-GB" sz="20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GB" sz="2000" dirty="0" smtClean="0"/>
                  <a:t>Controllable non-linearity (single spin turns the harmonic chain into a non-</a:t>
                </a:r>
                <a:r>
                  <a:rPr lang="en-GB" sz="2000" dirty="0" err="1" smtClean="0"/>
                  <a:t>integrable</a:t>
                </a:r>
                <a:r>
                  <a:rPr lang="en-GB" sz="2000" dirty="0" smtClean="0"/>
                  <a:t> system)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GB" sz="20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GB" sz="2000" dirty="0" smtClean="0"/>
                  <a:t>A single parameter,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b="0" i="1" dirty="0" smtClean="0">
                            <a:latin typeface="Cambria Math" panose="02040503050406030204" pitchFamily="18" charset="0"/>
                          </a:rPr>
                          <m:t>𝜂</m:t>
                        </m:r>
                      </m:e>
                      <m:sub>
                        <m:r>
                          <a:rPr lang="en-GB" sz="20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GB" sz="2000" b="0" i="1" dirty="0" smtClean="0">
                        <a:latin typeface="Cambria Math" panose="02040503050406030204" pitchFamily="18" charset="0"/>
                      </a:rPr>
                      <m:t>≈</m:t>
                    </m:r>
                    <m:sSub>
                      <m:sSubPr>
                        <m:ctrlPr>
                          <a:rPr lang="en-GB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b="0" i="1" dirty="0" smtClean="0">
                            <a:latin typeface="Cambria Math" panose="02040503050406030204" pitchFamily="18" charset="0"/>
                          </a:rPr>
                          <m:t>𝜂</m:t>
                        </m:r>
                      </m:e>
                      <m:sub>
                        <m:r>
                          <a:rPr lang="en-GB" sz="2000" b="0" i="1" dirty="0" smtClean="0">
                            <a:latin typeface="Cambria Math" panose="02040503050406030204" pitchFamily="18" charset="0"/>
                          </a:rPr>
                          <m:t>𝐿𝐷</m:t>
                        </m:r>
                      </m:sub>
                    </m:sSub>
                  </m:oMath>
                </a14:m>
                <a:r>
                  <a:rPr lang="en-GB" sz="2000" dirty="0" smtClean="0"/>
                  <a:t> determines whether the vibrational bath is a single-body bath, or a many-</a:t>
                </a:r>
                <a:r>
                  <a:rPr lang="en-GB" sz="2000" dirty="0" err="1" smtClean="0"/>
                  <a:t>boyd</a:t>
                </a:r>
                <a:r>
                  <a:rPr lang="en-GB" sz="2000" dirty="0" smtClean="0"/>
                  <a:t> bath</a:t>
                </a:r>
              </a:p>
              <a:p>
                <a:endParaRPr lang="en-GB" sz="2000" dirty="0"/>
              </a:p>
              <a:p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𝜂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≪1→</m:t>
                    </m:r>
                    <m:f>
                      <m:f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GB" sz="2000" b="0" i="0" smtClean="0">
                                <a:latin typeface="Cambria Math" panose="02040503050406030204" pitchFamily="18" charset="0"/>
                              </a:rPr>
                              <m:t>Ω</m:t>
                            </m:r>
                          </m:e>
                          <m:sub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b>
                        </m:sSub>
                      </m:num>
                      <m:den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d>
                      <m:d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1 −</m:t>
                        </m:r>
                        <m:sSub>
                          <m:sSubPr>
                            <m:ctrlP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nary>
                              <m:naryPr>
                                <m:chr m:val="∑"/>
                                <m:supHide m:val="on"/>
                                <m:ctrlPr>
                                  <a:rPr lang="en-GB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GB" sz="20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  <m:sup/>
                              <m:e>
                                <m:sSub>
                                  <m:sSubPr>
                                    <m:ctrlPr>
                                      <a:rPr lang="en-GB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2000" b="0" i="1" smtClean="0">
                                        <a:latin typeface="Cambria Math" panose="02040503050406030204" pitchFamily="18" charset="0"/>
                                      </a:rPr>
                                      <m:t>𝜂</m:t>
                                    </m:r>
                                  </m:e>
                                  <m:sub>
                                    <m:r>
                                      <a:rPr lang="en-GB" sz="20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GB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GB" sz="2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sz="2000" b="0" i="1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GB" sz="2000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  <m:r>
                                      <a:rPr lang="en-GB" sz="2000" b="0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Sup>
                                      <m:sSubSupPr>
                                        <m:ctrlPr>
                                          <a:rPr lang="en-GB" sz="2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GB" sz="2000" b="0" i="1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GB" sz="2000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  <m:sup>
                                        <m:r>
                                          <a:rPr lang="en-GB" sz="2000" b="0" i="1" smtClean="0"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</m:sup>
                                    </m:sSubSup>
                                  </m:e>
                                </m:d>
                              </m:e>
                            </m:nary>
                          </m:e>
                          <m:sub/>
                        </m:sSub>
                      </m:e>
                    </m:d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. )</m:t>
                    </m:r>
                  </m:oMath>
                </a14:m>
                <a:r>
                  <a:rPr lang="en-GB" sz="2000" dirty="0" smtClean="0"/>
                  <a:t>    (linear coupling – as usual)  </a:t>
                </a:r>
              </a:p>
              <a:p>
                <a:endParaRPr lang="en-GB" sz="200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2000" i="1">
                          <a:latin typeface="Cambria Math" panose="02040503050406030204" pitchFamily="18" charset="0"/>
                        </a:rPr>
                        <m:t>𝜂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GB" sz="2000" i="1">
                          <a:latin typeface="Cambria Math" panose="02040503050406030204" pitchFamily="18" charset="0"/>
                        </a:rPr>
                        <m:t>1→</m:t>
                      </m:r>
                      <m:f>
                        <m:f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2000"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</m:e>
                            <m:sub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sub>
                          </m:sSub>
                        </m:num>
                        <m:den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GB" sz="2000" i="1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(1+</m:t>
                      </m:r>
                      <m:sSub>
                        <m:sSub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p>
                          </m:sSubSup>
                        </m:e>
                      </m:d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e>
                      </m:d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 +  … )</m:t>
                      </m:r>
                      <m:r>
                        <a:rPr lang="en-GB" sz="20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000" i="1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GB" sz="2000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GB" sz="2000" i="1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GB" sz="2000" i="1">
                          <a:latin typeface="Cambria Math" panose="02040503050406030204" pitchFamily="18" charset="0"/>
                        </a:rPr>
                        <m:t>. )</m:t>
                      </m:r>
                    </m:oMath>
                  </m:oMathPara>
                </a14:m>
                <a:endParaRPr lang="en-GB" sz="2000" dirty="0" smtClean="0"/>
              </a:p>
              <a:p>
                <a:r>
                  <a:rPr lang="en-GB" sz="2000" dirty="0" smtClean="0"/>
                  <a:t>		(</a:t>
                </a:r>
                <a:r>
                  <a:rPr lang="en-GB" sz="2000" b="1" dirty="0" smtClean="0"/>
                  <a:t>higher order</a:t>
                </a:r>
                <a:r>
                  <a:rPr lang="en-GB" sz="2000" dirty="0" smtClean="0"/>
                  <a:t> phonon emission/absorption terms become relevant)</a:t>
                </a:r>
                <a:endParaRPr lang="en-GB" sz="2000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7806" y="2419844"/>
                <a:ext cx="10676127" cy="3882025"/>
              </a:xfrm>
              <a:prstGeom prst="rect">
                <a:avLst/>
              </a:prstGeom>
              <a:blipFill rotWithShape="0">
                <a:blip r:embed="rId3"/>
                <a:stretch>
                  <a:fillRect l="-571" t="-942" b="-188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081808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2"/>
          <a:srcRect t="2752"/>
          <a:stretch/>
        </p:blipFill>
        <p:spPr>
          <a:xfrm>
            <a:off x="1332977" y="329981"/>
            <a:ext cx="9025932" cy="1080026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0433" y="2038639"/>
            <a:ext cx="4276355" cy="390581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642" y="2038639"/>
            <a:ext cx="4070485" cy="401932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2850052" y="5944457"/>
                <a:ext cx="1417119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𝜂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=0.33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0052" y="5944457"/>
                <a:ext cx="1417119" cy="430887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7994326" y="5927630"/>
                <a:ext cx="1444370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𝜂</m:t>
                    </m:r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=1.00</m:t>
                    </m:r>
                  </m:oMath>
                </a14:m>
                <a:r>
                  <a:rPr lang="en-GB" sz="2800" dirty="0" smtClean="0"/>
                  <a:t>)</a:t>
                </a:r>
                <a:endParaRPr lang="en-GB" sz="28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94326" y="5927630"/>
                <a:ext cx="1444370" cy="430887"/>
              </a:xfrm>
              <a:prstGeom prst="rect">
                <a:avLst/>
              </a:prstGeom>
              <a:blipFill rotWithShape="0">
                <a:blip r:embed="rId6"/>
                <a:stretch>
                  <a:fillRect t="-23944" r="-14346" b="-5070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1332977" y="1594132"/>
            <a:ext cx="71173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err="1" smtClean="0"/>
              <a:t>Ergodicity</a:t>
            </a:r>
            <a:r>
              <a:rPr lang="en-GB" dirty="0" smtClean="0"/>
              <a:t> phase-diagrams (deviation with respect to the E.T.H. prediction)</a:t>
            </a:r>
            <a:endParaRPr lang="en-GB" dirty="0"/>
          </a:p>
        </p:txBody>
      </p:sp>
      <p:sp>
        <p:nvSpPr>
          <p:cNvPr id="6" name="Rectangle 5"/>
          <p:cNvSpPr/>
          <p:nvPr/>
        </p:nvSpPr>
        <p:spPr>
          <a:xfrm>
            <a:off x="8941629" y="2862138"/>
            <a:ext cx="1122230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cap="none" spc="0" dirty="0" err="1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ergodic</a:t>
            </a:r>
            <a:endParaRPr lang="en-US" sz="5400" b="1" cap="none" spc="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332500" y="4997087"/>
            <a:ext cx="1122230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cap="none" spc="0" dirty="0" err="1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ergodic</a:t>
            </a:r>
            <a:endParaRPr lang="en-US" sz="5400" b="1" cap="none" spc="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8392407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2"/>
          <a:srcRect t="2752"/>
          <a:stretch/>
        </p:blipFill>
        <p:spPr>
          <a:xfrm>
            <a:off x="1332977" y="329981"/>
            <a:ext cx="9025932" cy="108002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113" y="1659158"/>
            <a:ext cx="4070485" cy="401932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2127600" y="5678478"/>
                <a:ext cx="1444370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𝜂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=1.00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7600" y="5678478"/>
                <a:ext cx="1444370" cy="430887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19270" y="1659158"/>
            <a:ext cx="3936830" cy="2929464"/>
          </a:xfrm>
          <a:prstGeom prst="rect">
            <a:avLst/>
          </a:prstGeom>
        </p:spPr>
      </p:pic>
      <p:cxnSp>
        <p:nvCxnSpPr>
          <p:cNvPr id="10" name="Straight Arrow Connector 9"/>
          <p:cNvCxnSpPr/>
          <p:nvPr/>
        </p:nvCxnSpPr>
        <p:spPr>
          <a:xfrm>
            <a:off x="2710832" y="3560496"/>
            <a:ext cx="2977869" cy="10832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2744588" y="3507958"/>
            <a:ext cx="105197" cy="10507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8" name="Ink 57"/>
              <p14:cNvContentPartPr/>
              <p14:nvPr/>
            </p14:nvContentPartPr>
            <p14:xfrm>
              <a:off x="6654434" y="5945556"/>
              <a:ext cx="1377360" cy="280800"/>
            </p14:xfrm>
          </p:contentPart>
        </mc:Choice>
        <mc:Fallback xmlns="">
          <p:pic>
            <p:nvPicPr>
              <p:cNvPr id="58" name="Ink 57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637874" y="5924316"/>
                <a:ext cx="1415160" cy="32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9" name="Ink 108"/>
              <p14:cNvContentPartPr/>
              <p14:nvPr/>
            </p14:nvContentPartPr>
            <p14:xfrm>
              <a:off x="6566234" y="4985076"/>
              <a:ext cx="1367280" cy="1522800"/>
            </p14:xfrm>
          </p:contentPart>
        </mc:Choice>
        <mc:Fallback xmlns="">
          <p:pic>
            <p:nvPicPr>
              <p:cNvPr id="109" name="Ink 108"/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544274" y="4964916"/>
                <a:ext cx="1408680" cy="156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20" name="Ink 119"/>
              <p14:cNvContentPartPr/>
              <p14:nvPr/>
            </p14:nvContentPartPr>
            <p14:xfrm>
              <a:off x="7077794" y="4780596"/>
              <a:ext cx="1146600" cy="408600"/>
            </p14:xfrm>
          </p:contentPart>
        </mc:Choice>
        <mc:Fallback xmlns="">
          <p:pic>
            <p:nvPicPr>
              <p:cNvPr id="120" name="Ink 119"/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068434" y="4766556"/>
                <a:ext cx="1159200" cy="444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574473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2"/>
          <a:srcRect t="2752"/>
          <a:stretch/>
        </p:blipFill>
        <p:spPr>
          <a:xfrm>
            <a:off x="1332977" y="329981"/>
            <a:ext cx="9025932" cy="108002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662" y="1491636"/>
            <a:ext cx="3593472" cy="267396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604369" y="1951455"/>
            <a:ext cx="653836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smtClean="0"/>
              <a:t>When do time-averages correspond to </a:t>
            </a:r>
            <a:r>
              <a:rPr lang="en-GB" dirty="0" err="1" smtClean="0"/>
              <a:t>microcanonical</a:t>
            </a:r>
            <a:r>
              <a:rPr lang="en-GB" dirty="0" smtClean="0"/>
              <a:t> averages?</a:t>
            </a:r>
          </a:p>
          <a:p>
            <a:endParaRPr lang="en-GB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smtClean="0"/>
              <a:t>How do time-fluctuations depend on the system size (</a:t>
            </a:r>
            <a:r>
              <a:rPr lang="en-GB" dirty="0" err="1" smtClean="0"/>
              <a:t>Eigenstate</a:t>
            </a:r>
            <a:r>
              <a:rPr lang="en-GB" dirty="0" smtClean="0"/>
              <a:t> </a:t>
            </a:r>
          </a:p>
          <a:p>
            <a:r>
              <a:rPr lang="en-GB" dirty="0" err="1" smtClean="0"/>
              <a:t>Thermalization</a:t>
            </a:r>
            <a:r>
              <a:rPr lang="en-GB" dirty="0" smtClean="0"/>
              <a:t> Hypothesis implies that they decay exponentially)</a:t>
            </a:r>
          </a:p>
          <a:p>
            <a:endParaRPr lang="en-GB" dirty="0"/>
          </a:p>
          <a:p>
            <a:r>
              <a:rPr lang="en-GB" dirty="0" err="1" smtClean="0"/>
              <a:t>Numerics</a:t>
            </a:r>
            <a:r>
              <a:rPr lang="en-GB" dirty="0" smtClean="0"/>
              <a:t> limited to N = 4,5 ions (depending on temperature)!!</a:t>
            </a:r>
            <a:endParaRPr lang="en-GB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8062" y="4418250"/>
            <a:ext cx="5040847" cy="2283393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5961" y="4418250"/>
            <a:ext cx="1248000" cy="118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32605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2"/>
          <a:srcRect t="2752"/>
          <a:stretch/>
        </p:blipFill>
        <p:spPr>
          <a:xfrm>
            <a:off x="1956063" y="361096"/>
            <a:ext cx="7819115" cy="93562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79137" y="1643958"/>
            <a:ext cx="10446817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 smtClean="0"/>
              <a:t>Applications:</a:t>
            </a:r>
          </a:p>
          <a:p>
            <a:endParaRPr lang="en-GB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 smtClean="0"/>
              <a:t>Many-body sympathetic cooling: control the </a:t>
            </a:r>
            <a:r>
              <a:rPr lang="en-GB" sz="2400" dirty="0" err="1" smtClean="0"/>
              <a:t>ergodicity</a:t>
            </a:r>
            <a:r>
              <a:rPr lang="en-GB" sz="2400" dirty="0" smtClean="0"/>
              <a:t> of the trapped ion crystal to cool down efficiently systems of many ions (atomic clocks, quantum computing, metrology…)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 smtClean="0"/>
              <a:t>Ideal test-bed to study non-</a:t>
            </a:r>
            <a:r>
              <a:rPr lang="en-GB" sz="2400" dirty="0" err="1" smtClean="0"/>
              <a:t>markovian</a:t>
            </a:r>
            <a:r>
              <a:rPr lang="en-GB" sz="2400" dirty="0" smtClean="0"/>
              <a:t> effects and finite size baths (N.I.B.A.-like methods:)</a:t>
            </a:r>
            <a:endParaRPr lang="en-GB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979137" y="4843083"/>
                <a:ext cx="5705857" cy="151580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  <m:e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sup>
                          </m:sSup>
                          <m:d>
                            <m:d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p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d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 (2 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sup>
                          </m:s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p>
                          </m:s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 −</m:t>
                          </m:r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sup>
                          </m:s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 −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sup>
                          </m:s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</m:nary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GB" b="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  <m:e>
                          <m:sSup>
                            <m:sSup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p>
                          </m:sSup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p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d>
                          <m:sSup>
                            <m:sSup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 (2 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p>
                          </m:s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𝜌</m:t>
                          </m:r>
                          <m:sSup>
                            <m:sSup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sup>
                          </m:s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 −</m:t>
                          </m:r>
                          <m:sSup>
                            <m:sSup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p>
                          </m:s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𝜌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 −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𝜌</m:t>
                          </m:r>
                          <m:sSup>
                            <m:sSup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p>
                          </m:s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𝑑𝑡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</m:nary>
                    </m:oMath>
                  </m:oMathPara>
                </a14:m>
                <a:endParaRPr lang="en-GB" b="0" dirty="0" smtClean="0"/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9137" y="4843083"/>
                <a:ext cx="5705857" cy="1515800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7242371" y="5314110"/>
                <a:ext cx="3590791" cy="2868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±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〈"/>
                          <m:endChr m:val="〉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d>
                            <m:d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sSubSup>
                            <m:sSubSup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  <m: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p>
                          </m:sSubSup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p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d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±</m:t>
                          </m:r>
                          <m:r>
                            <m:rPr>
                              <m:lit/>
                            </m:rPr>
                            <a:rPr lang="en-GB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b>
                          </m:s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2371" y="5314110"/>
                <a:ext cx="3590791" cy="286873"/>
              </a:xfrm>
              <a:prstGeom prst="rect">
                <a:avLst/>
              </a:prstGeom>
              <a:blipFill rotWithShape="0">
                <a:blip r:embed="rId4"/>
                <a:stretch>
                  <a:fillRect l="-1019" t="-6383" b="-1702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677967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231</TotalTime>
  <Words>308</Words>
  <Application>Microsoft Office PowerPoint</Application>
  <PresentationFormat>Widescreen</PresentationFormat>
  <Paragraphs>60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Cambria Math</vt:lpstr>
      <vt:lpstr>Office Theme</vt:lpstr>
      <vt:lpstr>Emergence of statistical physics in a trapped ion quantum simulator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University of Sussex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Emergence of statistical physics in a trapped ion quantum simulator</dc:title>
  <dc:creator>dp276</dc:creator>
  <cp:lastModifiedBy>dp276</cp:lastModifiedBy>
  <cp:revision>25</cp:revision>
  <dcterms:created xsi:type="dcterms:W3CDTF">2015-03-10T16:35:29Z</dcterms:created>
  <dcterms:modified xsi:type="dcterms:W3CDTF">2015-03-12T10:02:30Z</dcterms:modified>
</cp:coreProperties>
</file>